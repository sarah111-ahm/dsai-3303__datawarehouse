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72" r:id="rId3"/>
    <p:sldId id="270" r:id="rId4"/>
    <p:sldId id="271" r:id="rId5"/>
    <p:sldId id="273" r:id="rId6"/>
    <p:sldId id="259" r:id="rId7"/>
    <p:sldId id="274" r:id="rId8"/>
    <p:sldId id="260" r:id="rId9"/>
    <p:sldId id="261" r:id="rId10"/>
    <p:sldId id="262" r:id="rId11"/>
    <p:sldId id="263" r:id="rId12"/>
    <p:sldId id="264" r:id="rId13"/>
    <p:sldId id="266" r:id="rId14"/>
    <p:sldId id="267" r:id="rId15"/>
    <p:sldId id="268" r:id="rId16"/>
    <p:sldId id="257" r:id="rId17"/>
  </p:sldIdLst>
  <p:sldSz cx="12192000" cy="6858000"/>
  <p:notesSz cx="6858000" cy="9144000"/>
  <p:defaultTextStyle>
    <a:defPPr>
      <a:defRPr lang="en-P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321"/>
    <p:restoredTop sz="94624"/>
  </p:normalViewPr>
  <p:slideViewPr>
    <p:cSldViewPr snapToGrid="0">
      <p:cViewPr varScale="1">
        <p:scale>
          <a:sx n="111" d="100"/>
          <a:sy n="111" d="100"/>
        </p:scale>
        <p:origin x="704"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04116F-2DC1-39A9-FEE7-5C9459C829E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S"/>
          </a:p>
        </p:txBody>
      </p:sp>
      <p:sp>
        <p:nvSpPr>
          <p:cNvPr id="3" name="Subtitle 2">
            <a:extLst>
              <a:ext uri="{FF2B5EF4-FFF2-40B4-BE49-F238E27FC236}">
                <a16:creationId xmlns:a16="http://schemas.microsoft.com/office/drawing/2014/main" id="{C5AEF245-BEBE-2985-E172-51DBB0EDB95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S"/>
          </a:p>
        </p:txBody>
      </p:sp>
      <p:sp>
        <p:nvSpPr>
          <p:cNvPr id="4" name="Date Placeholder 3">
            <a:extLst>
              <a:ext uri="{FF2B5EF4-FFF2-40B4-BE49-F238E27FC236}">
                <a16:creationId xmlns:a16="http://schemas.microsoft.com/office/drawing/2014/main" id="{0F26412E-2BB5-9BB6-6FA5-273672DC90EE}"/>
              </a:ext>
            </a:extLst>
          </p:cNvPr>
          <p:cNvSpPr>
            <a:spLocks noGrp="1"/>
          </p:cNvSpPr>
          <p:nvPr>
            <p:ph type="dt" sz="half" idx="10"/>
          </p:nvPr>
        </p:nvSpPr>
        <p:spPr/>
        <p:txBody>
          <a:bodyPr/>
          <a:lstStyle/>
          <a:p>
            <a:fld id="{C0D41088-AF94-244B-AF08-471229A76134}" type="datetimeFigureOut">
              <a:rPr lang="en-PS" smtClean="0"/>
              <a:t>09/12/2024</a:t>
            </a:fld>
            <a:endParaRPr lang="en-PS"/>
          </a:p>
        </p:txBody>
      </p:sp>
      <p:sp>
        <p:nvSpPr>
          <p:cNvPr id="5" name="Footer Placeholder 4">
            <a:extLst>
              <a:ext uri="{FF2B5EF4-FFF2-40B4-BE49-F238E27FC236}">
                <a16:creationId xmlns:a16="http://schemas.microsoft.com/office/drawing/2014/main" id="{BC1017E8-B9D0-6A37-AFD4-905B141559D4}"/>
              </a:ext>
            </a:extLst>
          </p:cNvPr>
          <p:cNvSpPr>
            <a:spLocks noGrp="1"/>
          </p:cNvSpPr>
          <p:nvPr>
            <p:ph type="ftr" sz="quarter" idx="11"/>
          </p:nvPr>
        </p:nvSpPr>
        <p:spPr/>
        <p:txBody>
          <a:bodyPr/>
          <a:lstStyle/>
          <a:p>
            <a:endParaRPr lang="en-PS"/>
          </a:p>
        </p:txBody>
      </p:sp>
      <p:sp>
        <p:nvSpPr>
          <p:cNvPr id="6" name="Slide Number Placeholder 5">
            <a:extLst>
              <a:ext uri="{FF2B5EF4-FFF2-40B4-BE49-F238E27FC236}">
                <a16:creationId xmlns:a16="http://schemas.microsoft.com/office/drawing/2014/main" id="{EA61B8A8-B251-25BB-FA14-B5E04189F77B}"/>
              </a:ext>
            </a:extLst>
          </p:cNvPr>
          <p:cNvSpPr>
            <a:spLocks noGrp="1"/>
          </p:cNvSpPr>
          <p:nvPr>
            <p:ph type="sldNum" sz="quarter" idx="12"/>
          </p:nvPr>
        </p:nvSpPr>
        <p:spPr/>
        <p:txBody>
          <a:bodyPr/>
          <a:lstStyle/>
          <a:p>
            <a:fld id="{ED9B01FF-E6D0-D14F-AD6B-9DA0029EF074}" type="slidenum">
              <a:rPr lang="en-PS" smtClean="0"/>
              <a:t>‹#›</a:t>
            </a:fld>
            <a:endParaRPr lang="en-PS"/>
          </a:p>
        </p:txBody>
      </p:sp>
    </p:spTree>
    <p:extLst>
      <p:ext uri="{BB962C8B-B14F-4D97-AF65-F5344CB8AC3E}">
        <p14:creationId xmlns:p14="http://schemas.microsoft.com/office/powerpoint/2010/main" val="19061395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7E0D3A-AA7F-FB7E-988D-77337AE7B1D2}"/>
              </a:ext>
            </a:extLst>
          </p:cNvPr>
          <p:cNvSpPr>
            <a:spLocks noGrp="1"/>
          </p:cNvSpPr>
          <p:nvPr>
            <p:ph type="title"/>
          </p:nvPr>
        </p:nvSpPr>
        <p:spPr/>
        <p:txBody>
          <a:bodyPr/>
          <a:lstStyle/>
          <a:p>
            <a:r>
              <a:rPr lang="en-US"/>
              <a:t>Click to edit Master title style</a:t>
            </a:r>
            <a:endParaRPr lang="en-PS"/>
          </a:p>
        </p:txBody>
      </p:sp>
      <p:sp>
        <p:nvSpPr>
          <p:cNvPr id="3" name="Content Placeholder 2">
            <a:extLst>
              <a:ext uri="{FF2B5EF4-FFF2-40B4-BE49-F238E27FC236}">
                <a16:creationId xmlns:a16="http://schemas.microsoft.com/office/drawing/2014/main" id="{E3A5C454-941F-B930-742B-1BA5FCA0108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S"/>
          </a:p>
        </p:txBody>
      </p:sp>
      <p:sp>
        <p:nvSpPr>
          <p:cNvPr id="4" name="Date Placeholder 3">
            <a:extLst>
              <a:ext uri="{FF2B5EF4-FFF2-40B4-BE49-F238E27FC236}">
                <a16:creationId xmlns:a16="http://schemas.microsoft.com/office/drawing/2014/main" id="{A711D296-748B-A3F6-171B-F468D7180593}"/>
              </a:ext>
            </a:extLst>
          </p:cNvPr>
          <p:cNvSpPr>
            <a:spLocks noGrp="1"/>
          </p:cNvSpPr>
          <p:nvPr>
            <p:ph type="dt" sz="half" idx="10"/>
          </p:nvPr>
        </p:nvSpPr>
        <p:spPr/>
        <p:txBody>
          <a:bodyPr/>
          <a:lstStyle/>
          <a:p>
            <a:fld id="{C0D41088-AF94-244B-AF08-471229A76134}" type="datetimeFigureOut">
              <a:rPr lang="en-PS" smtClean="0"/>
              <a:t>09/12/2024</a:t>
            </a:fld>
            <a:endParaRPr lang="en-PS"/>
          </a:p>
        </p:txBody>
      </p:sp>
      <p:sp>
        <p:nvSpPr>
          <p:cNvPr id="5" name="Footer Placeholder 4">
            <a:extLst>
              <a:ext uri="{FF2B5EF4-FFF2-40B4-BE49-F238E27FC236}">
                <a16:creationId xmlns:a16="http://schemas.microsoft.com/office/drawing/2014/main" id="{AB937BE8-7D8C-AEA2-4C05-C05BE5F9BEB0}"/>
              </a:ext>
            </a:extLst>
          </p:cNvPr>
          <p:cNvSpPr>
            <a:spLocks noGrp="1"/>
          </p:cNvSpPr>
          <p:nvPr>
            <p:ph type="ftr" sz="quarter" idx="11"/>
          </p:nvPr>
        </p:nvSpPr>
        <p:spPr/>
        <p:txBody>
          <a:bodyPr/>
          <a:lstStyle/>
          <a:p>
            <a:endParaRPr lang="en-PS"/>
          </a:p>
        </p:txBody>
      </p:sp>
      <p:sp>
        <p:nvSpPr>
          <p:cNvPr id="6" name="Slide Number Placeholder 5">
            <a:extLst>
              <a:ext uri="{FF2B5EF4-FFF2-40B4-BE49-F238E27FC236}">
                <a16:creationId xmlns:a16="http://schemas.microsoft.com/office/drawing/2014/main" id="{B5EC1FEA-565C-B3FF-71C5-2634D54F12D0}"/>
              </a:ext>
            </a:extLst>
          </p:cNvPr>
          <p:cNvSpPr>
            <a:spLocks noGrp="1"/>
          </p:cNvSpPr>
          <p:nvPr>
            <p:ph type="sldNum" sz="quarter" idx="12"/>
          </p:nvPr>
        </p:nvSpPr>
        <p:spPr/>
        <p:txBody>
          <a:bodyPr/>
          <a:lstStyle/>
          <a:p>
            <a:fld id="{ED9B01FF-E6D0-D14F-AD6B-9DA0029EF074}" type="slidenum">
              <a:rPr lang="en-PS" smtClean="0"/>
              <a:t>‹#›</a:t>
            </a:fld>
            <a:endParaRPr lang="en-PS"/>
          </a:p>
        </p:txBody>
      </p:sp>
    </p:spTree>
    <p:extLst>
      <p:ext uri="{BB962C8B-B14F-4D97-AF65-F5344CB8AC3E}">
        <p14:creationId xmlns:p14="http://schemas.microsoft.com/office/powerpoint/2010/main" val="1345244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61C6B5-AA94-D55C-8F0C-AE3AF4AC20C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S"/>
          </a:p>
        </p:txBody>
      </p:sp>
      <p:sp>
        <p:nvSpPr>
          <p:cNvPr id="3" name="Text Placeholder 2">
            <a:extLst>
              <a:ext uri="{FF2B5EF4-FFF2-40B4-BE49-F238E27FC236}">
                <a16:creationId xmlns:a16="http://schemas.microsoft.com/office/drawing/2014/main" id="{2C35FD28-CC92-3FA3-9039-9D2C7960255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517939-2B1C-1869-9F8B-EACC62D71A3F}"/>
              </a:ext>
            </a:extLst>
          </p:cNvPr>
          <p:cNvSpPr>
            <a:spLocks noGrp="1"/>
          </p:cNvSpPr>
          <p:nvPr>
            <p:ph type="dt" sz="half" idx="10"/>
          </p:nvPr>
        </p:nvSpPr>
        <p:spPr/>
        <p:txBody>
          <a:bodyPr/>
          <a:lstStyle/>
          <a:p>
            <a:fld id="{C0D41088-AF94-244B-AF08-471229A76134}" type="datetimeFigureOut">
              <a:rPr lang="en-PS" smtClean="0"/>
              <a:t>09/12/2024</a:t>
            </a:fld>
            <a:endParaRPr lang="en-PS"/>
          </a:p>
        </p:txBody>
      </p:sp>
      <p:sp>
        <p:nvSpPr>
          <p:cNvPr id="5" name="Footer Placeholder 4">
            <a:extLst>
              <a:ext uri="{FF2B5EF4-FFF2-40B4-BE49-F238E27FC236}">
                <a16:creationId xmlns:a16="http://schemas.microsoft.com/office/drawing/2014/main" id="{3D13F257-CC27-F473-4924-2D5B29290441}"/>
              </a:ext>
            </a:extLst>
          </p:cNvPr>
          <p:cNvSpPr>
            <a:spLocks noGrp="1"/>
          </p:cNvSpPr>
          <p:nvPr>
            <p:ph type="ftr" sz="quarter" idx="11"/>
          </p:nvPr>
        </p:nvSpPr>
        <p:spPr/>
        <p:txBody>
          <a:bodyPr/>
          <a:lstStyle/>
          <a:p>
            <a:endParaRPr lang="en-PS"/>
          </a:p>
        </p:txBody>
      </p:sp>
      <p:sp>
        <p:nvSpPr>
          <p:cNvPr id="6" name="Slide Number Placeholder 5">
            <a:extLst>
              <a:ext uri="{FF2B5EF4-FFF2-40B4-BE49-F238E27FC236}">
                <a16:creationId xmlns:a16="http://schemas.microsoft.com/office/drawing/2014/main" id="{8EE78EC8-4593-0CBF-60BD-0DC0134C0B0A}"/>
              </a:ext>
            </a:extLst>
          </p:cNvPr>
          <p:cNvSpPr>
            <a:spLocks noGrp="1"/>
          </p:cNvSpPr>
          <p:nvPr>
            <p:ph type="sldNum" sz="quarter" idx="12"/>
          </p:nvPr>
        </p:nvSpPr>
        <p:spPr/>
        <p:txBody>
          <a:bodyPr/>
          <a:lstStyle/>
          <a:p>
            <a:fld id="{ED9B01FF-E6D0-D14F-AD6B-9DA0029EF074}" type="slidenum">
              <a:rPr lang="en-PS" smtClean="0"/>
              <a:t>‹#›</a:t>
            </a:fld>
            <a:endParaRPr lang="en-PS"/>
          </a:p>
        </p:txBody>
      </p:sp>
    </p:spTree>
    <p:extLst>
      <p:ext uri="{BB962C8B-B14F-4D97-AF65-F5344CB8AC3E}">
        <p14:creationId xmlns:p14="http://schemas.microsoft.com/office/powerpoint/2010/main" val="11264496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165F37-61B9-432E-93D4-C3131C20AC50}"/>
              </a:ext>
            </a:extLst>
          </p:cNvPr>
          <p:cNvSpPr>
            <a:spLocks noGrp="1"/>
          </p:cNvSpPr>
          <p:nvPr>
            <p:ph type="title"/>
          </p:nvPr>
        </p:nvSpPr>
        <p:spPr/>
        <p:txBody>
          <a:bodyPr/>
          <a:lstStyle/>
          <a:p>
            <a:r>
              <a:rPr lang="en-US"/>
              <a:t>Click to edit Master title style</a:t>
            </a:r>
            <a:endParaRPr lang="en-PS"/>
          </a:p>
        </p:txBody>
      </p:sp>
      <p:sp>
        <p:nvSpPr>
          <p:cNvPr id="3" name="Content Placeholder 2">
            <a:extLst>
              <a:ext uri="{FF2B5EF4-FFF2-40B4-BE49-F238E27FC236}">
                <a16:creationId xmlns:a16="http://schemas.microsoft.com/office/drawing/2014/main" id="{923A2A57-1B0C-9D0A-EBCC-BDC8B9DAA06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S"/>
          </a:p>
        </p:txBody>
      </p:sp>
      <p:sp>
        <p:nvSpPr>
          <p:cNvPr id="4" name="Content Placeholder 3">
            <a:extLst>
              <a:ext uri="{FF2B5EF4-FFF2-40B4-BE49-F238E27FC236}">
                <a16:creationId xmlns:a16="http://schemas.microsoft.com/office/drawing/2014/main" id="{5D18D3BD-666D-C4AF-EB6F-1C84B2E8EED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S"/>
          </a:p>
        </p:txBody>
      </p:sp>
      <p:sp>
        <p:nvSpPr>
          <p:cNvPr id="5" name="Date Placeholder 4">
            <a:extLst>
              <a:ext uri="{FF2B5EF4-FFF2-40B4-BE49-F238E27FC236}">
                <a16:creationId xmlns:a16="http://schemas.microsoft.com/office/drawing/2014/main" id="{7E41E797-CCAA-8AA9-9853-256C578DE2B7}"/>
              </a:ext>
            </a:extLst>
          </p:cNvPr>
          <p:cNvSpPr>
            <a:spLocks noGrp="1"/>
          </p:cNvSpPr>
          <p:nvPr>
            <p:ph type="dt" sz="half" idx="10"/>
          </p:nvPr>
        </p:nvSpPr>
        <p:spPr/>
        <p:txBody>
          <a:bodyPr/>
          <a:lstStyle/>
          <a:p>
            <a:fld id="{C0D41088-AF94-244B-AF08-471229A76134}" type="datetimeFigureOut">
              <a:rPr lang="en-PS" smtClean="0"/>
              <a:t>09/12/2024</a:t>
            </a:fld>
            <a:endParaRPr lang="en-PS"/>
          </a:p>
        </p:txBody>
      </p:sp>
      <p:sp>
        <p:nvSpPr>
          <p:cNvPr id="6" name="Footer Placeholder 5">
            <a:extLst>
              <a:ext uri="{FF2B5EF4-FFF2-40B4-BE49-F238E27FC236}">
                <a16:creationId xmlns:a16="http://schemas.microsoft.com/office/drawing/2014/main" id="{FA482753-4BBE-6B6E-4EC0-56BAE5A29F5E}"/>
              </a:ext>
            </a:extLst>
          </p:cNvPr>
          <p:cNvSpPr>
            <a:spLocks noGrp="1"/>
          </p:cNvSpPr>
          <p:nvPr>
            <p:ph type="ftr" sz="quarter" idx="11"/>
          </p:nvPr>
        </p:nvSpPr>
        <p:spPr/>
        <p:txBody>
          <a:bodyPr/>
          <a:lstStyle/>
          <a:p>
            <a:endParaRPr lang="en-PS"/>
          </a:p>
        </p:txBody>
      </p:sp>
      <p:sp>
        <p:nvSpPr>
          <p:cNvPr id="7" name="Slide Number Placeholder 6">
            <a:extLst>
              <a:ext uri="{FF2B5EF4-FFF2-40B4-BE49-F238E27FC236}">
                <a16:creationId xmlns:a16="http://schemas.microsoft.com/office/drawing/2014/main" id="{C170A403-5CF3-D7EC-A347-6E13785BC1E0}"/>
              </a:ext>
            </a:extLst>
          </p:cNvPr>
          <p:cNvSpPr>
            <a:spLocks noGrp="1"/>
          </p:cNvSpPr>
          <p:nvPr>
            <p:ph type="sldNum" sz="quarter" idx="12"/>
          </p:nvPr>
        </p:nvSpPr>
        <p:spPr/>
        <p:txBody>
          <a:bodyPr/>
          <a:lstStyle/>
          <a:p>
            <a:fld id="{ED9B01FF-E6D0-D14F-AD6B-9DA0029EF074}" type="slidenum">
              <a:rPr lang="en-PS" smtClean="0"/>
              <a:t>‹#›</a:t>
            </a:fld>
            <a:endParaRPr lang="en-PS"/>
          </a:p>
        </p:txBody>
      </p:sp>
    </p:spTree>
    <p:extLst>
      <p:ext uri="{BB962C8B-B14F-4D97-AF65-F5344CB8AC3E}">
        <p14:creationId xmlns:p14="http://schemas.microsoft.com/office/powerpoint/2010/main" val="38287907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6D5614-3AA2-15FA-2A40-781E2A373D5A}"/>
              </a:ext>
            </a:extLst>
          </p:cNvPr>
          <p:cNvSpPr>
            <a:spLocks noGrp="1"/>
          </p:cNvSpPr>
          <p:nvPr>
            <p:ph type="title"/>
          </p:nvPr>
        </p:nvSpPr>
        <p:spPr>
          <a:xfrm>
            <a:off x="839788" y="365125"/>
            <a:ext cx="10515600" cy="1325563"/>
          </a:xfrm>
        </p:spPr>
        <p:txBody>
          <a:bodyPr/>
          <a:lstStyle/>
          <a:p>
            <a:r>
              <a:rPr lang="en-US"/>
              <a:t>Click to edit Master title style</a:t>
            </a:r>
            <a:endParaRPr lang="en-PS"/>
          </a:p>
        </p:txBody>
      </p:sp>
      <p:sp>
        <p:nvSpPr>
          <p:cNvPr id="3" name="Text Placeholder 2">
            <a:extLst>
              <a:ext uri="{FF2B5EF4-FFF2-40B4-BE49-F238E27FC236}">
                <a16:creationId xmlns:a16="http://schemas.microsoft.com/office/drawing/2014/main" id="{6DCCB484-81B4-B63C-9F43-DF47A39E477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AF33228-9352-7327-DE58-E2167C46863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S"/>
          </a:p>
        </p:txBody>
      </p:sp>
      <p:sp>
        <p:nvSpPr>
          <p:cNvPr id="5" name="Text Placeholder 4">
            <a:extLst>
              <a:ext uri="{FF2B5EF4-FFF2-40B4-BE49-F238E27FC236}">
                <a16:creationId xmlns:a16="http://schemas.microsoft.com/office/drawing/2014/main" id="{073F46C4-024F-E40B-2106-A81379DFE28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766808C-C2D6-191D-5730-65CBC90EC1A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S"/>
          </a:p>
        </p:txBody>
      </p:sp>
      <p:sp>
        <p:nvSpPr>
          <p:cNvPr id="7" name="Date Placeholder 6">
            <a:extLst>
              <a:ext uri="{FF2B5EF4-FFF2-40B4-BE49-F238E27FC236}">
                <a16:creationId xmlns:a16="http://schemas.microsoft.com/office/drawing/2014/main" id="{BCDD13E1-FA14-4569-6DD0-2146A83DF522}"/>
              </a:ext>
            </a:extLst>
          </p:cNvPr>
          <p:cNvSpPr>
            <a:spLocks noGrp="1"/>
          </p:cNvSpPr>
          <p:nvPr>
            <p:ph type="dt" sz="half" idx="10"/>
          </p:nvPr>
        </p:nvSpPr>
        <p:spPr/>
        <p:txBody>
          <a:bodyPr/>
          <a:lstStyle/>
          <a:p>
            <a:fld id="{C0D41088-AF94-244B-AF08-471229A76134}" type="datetimeFigureOut">
              <a:rPr lang="en-PS" smtClean="0"/>
              <a:t>09/12/2024</a:t>
            </a:fld>
            <a:endParaRPr lang="en-PS"/>
          </a:p>
        </p:txBody>
      </p:sp>
      <p:sp>
        <p:nvSpPr>
          <p:cNvPr id="8" name="Footer Placeholder 7">
            <a:extLst>
              <a:ext uri="{FF2B5EF4-FFF2-40B4-BE49-F238E27FC236}">
                <a16:creationId xmlns:a16="http://schemas.microsoft.com/office/drawing/2014/main" id="{E127F1AF-7C04-B164-F19C-7535874CDB90}"/>
              </a:ext>
            </a:extLst>
          </p:cNvPr>
          <p:cNvSpPr>
            <a:spLocks noGrp="1"/>
          </p:cNvSpPr>
          <p:nvPr>
            <p:ph type="ftr" sz="quarter" idx="11"/>
          </p:nvPr>
        </p:nvSpPr>
        <p:spPr/>
        <p:txBody>
          <a:bodyPr/>
          <a:lstStyle/>
          <a:p>
            <a:endParaRPr lang="en-PS"/>
          </a:p>
        </p:txBody>
      </p:sp>
      <p:sp>
        <p:nvSpPr>
          <p:cNvPr id="9" name="Slide Number Placeholder 8">
            <a:extLst>
              <a:ext uri="{FF2B5EF4-FFF2-40B4-BE49-F238E27FC236}">
                <a16:creationId xmlns:a16="http://schemas.microsoft.com/office/drawing/2014/main" id="{E20DD307-E258-DCD0-7FAE-59F2E25E025D}"/>
              </a:ext>
            </a:extLst>
          </p:cNvPr>
          <p:cNvSpPr>
            <a:spLocks noGrp="1"/>
          </p:cNvSpPr>
          <p:nvPr>
            <p:ph type="sldNum" sz="quarter" idx="12"/>
          </p:nvPr>
        </p:nvSpPr>
        <p:spPr/>
        <p:txBody>
          <a:bodyPr/>
          <a:lstStyle/>
          <a:p>
            <a:fld id="{ED9B01FF-E6D0-D14F-AD6B-9DA0029EF074}" type="slidenum">
              <a:rPr lang="en-PS" smtClean="0"/>
              <a:t>‹#›</a:t>
            </a:fld>
            <a:endParaRPr lang="en-PS"/>
          </a:p>
        </p:txBody>
      </p:sp>
    </p:spTree>
    <p:extLst>
      <p:ext uri="{BB962C8B-B14F-4D97-AF65-F5344CB8AC3E}">
        <p14:creationId xmlns:p14="http://schemas.microsoft.com/office/powerpoint/2010/main" val="16873798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0F385F-75B6-8E50-453D-6BCF6754CF2B}"/>
              </a:ext>
            </a:extLst>
          </p:cNvPr>
          <p:cNvSpPr>
            <a:spLocks noGrp="1"/>
          </p:cNvSpPr>
          <p:nvPr>
            <p:ph type="title"/>
          </p:nvPr>
        </p:nvSpPr>
        <p:spPr/>
        <p:txBody>
          <a:bodyPr/>
          <a:lstStyle/>
          <a:p>
            <a:r>
              <a:rPr lang="en-US"/>
              <a:t>Click to edit Master title style</a:t>
            </a:r>
            <a:endParaRPr lang="en-PS"/>
          </a:p>
        </p:txBody>
      </p:sp>
      <p:sp>
        <p:nvSpPr>
          <p:cNvPr id="3" name="Date Placeholder 2">
            <a:extLst>
              <a:ext uri="{FF2B5EF4-FFF2-40B4-BE49-F238E27FC236}">
                <a16:creationId xmlns:a16="http://schemas.microsoft.com/office/drawing/2014/main" id="{69B967B1-397D-40A0-E6CF-647721584D70}"/>
              </a:ext>
            </a:extLst>
          </p:cNvPr>
          <p:cNvSpPr>
            <a:spLocks noGrp="1"/>
          </p:cNvSpPr>
          <p:nvPr>
            <p:ph type="dt" sz="half" idx="10"/>
          </p:nvPr>
        </p:nvSpPr>
        <p:spPr/>
        <p:txBody>
          <a:bodyPr/>
          <a:lstStyle/>
          <a:p>
            <a:fld id="{C0D41088-AF94-244B-AF08-471229A76134}" type="datetimeFigureOut">
              <a:rPr lang="en-PS" smtClean="0"/>
              <a:t>09/12/2024</a:t>
            </a:fld>
            <a:endParaRPr lang="en-PS"/>
          </a:p>
        </p:txBody>
      </p:sp>
      <p:sp>
        <p:nvSpPr>
          <p:cNvPr id="4" name="Footer Placeholder 3">
            <a:extLst>
              <a:ext uri="{FF2B5EF4-FFF2-40B4-BE49-F238E27FC236}">
                <a16:creationId xmlns:a16="http://schemas.microsoft.com/office/drawing/2014/main" id="{EB739F43-04D5-A725-B1A2-40DBF14A8E8D}"/>
              </a:ext>
            </a:extLst>
          </p:cNvPr>
          <p:cNvSpPr>
            <a:spLocks noGrp="1"/>
          </p:cNvSpPr>
          <p:nvPr>
            <p:ph type="ftr" sz="quarter" idx="11"/>
          </p:nvPr>
        </p:nvSpPr>
        <p:spPr/>
        <p:txBody>
          <a:bodyPr/>
          <a:lstStyle/>
          <a:p>
            <a:endParaRPr lang="en-PS"/>
          </a:p>
        </p:txBody>
      </p:sp>
      <p:sp>
        <p:nvSpPr>
          <p:cNvPr id="5" name="Slide Number Placeholder 4">
            <a:extLst>
              <a:ext uri="{FF2B5EF4-FFF2-40B4-BE49-F238E27FC236}">
                <a16:creationId xmlns:a16="http://schemas.microsoft.com/office/drawing/2014/main" id="{72D5F842-471A-E75A-6901-6C31C18718C2}"/>
              </a:ext>
            </a:extLst>
          </p:cNvPr>
          <p:cNvSpPr>
            <a:spLocks noGrp="1"/>
          </p:cNvSpPr>
          <p:nvPr>
            <p:ph type="sldNum" sz="quarter" idx="12"/>
          </p:nvPr>
        </p:nvSpPr>
        <p:spPr/>
        <p:txBody>
          <a:bodyPr/>
          <a:lstStyle/>
          <a:p>
            <a:fld id="{ED9B01FF-E6D0-D14F-AD6B-9DA0029EF074}" type="slidenum">
              <a:rPr lang="en-PS" smtClean="0"/>
              <a:t>‹#›</a:t>
            </a:fld>
            <a:endParaRPr lang="en-PS"/>
          </a:p>
        </p:txBody>
      </p:sp>
    </p:spTree>
    <p:extLst>
      <p:ext uri="{BB962C8B-B14F-4D97-AF65-F5344CB8AC3E}">
        <p14:creationId xmlns:p14="http://schemas.microsoft.com/office/powerpoint/2010/main" val="20579903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C82E431-58BE-3FF9-25EC-E9D7669BB444}"/>
              </a:ext>
            </a:extLst>
          </p:cNvPr>
          <p:cNvSpPr>
            <a:spLocks noGrp="1"/>
          </p:cNvSpPr>
          <p:nvPr>
            <p:ph type="dt" sz="half" idx="10"/>
          </p:nvPr>
        </p:nvSpPr>
        <p:spPr/>
        <p:txBody>
          <a:bodyPr/>
          <a:lstStyle/>
          <a:p>
            <a:fld id="{C0D41088-AF94-244B-AF08-471229A76134}" type="datetimeFigureOut">
              <a:rPr lang="en-PS" smtClean="0"/>
              <a:t>09/12/2024</a:t>
            </a:fld>
            <a:endParaRPr lang="en-PS"/>
          </a:p>
        </p:txBody>
      </p:sp>
      <p:sp>
        <p:nvSpPr>
          <p:cNvPr id="3" name="Footer Placeholder 2">
            <a:extLst>
              <a:ext uri="{FF2B5EF4-FFF2-40B4-BE49-F238E27FC236}">
                <a16:creationId xmlns:a16="http://schemas.microsoft.com/office/drawing/2014/main" id="{81C86CD7-4889-84FE-AE60-586AF6EBCFEA}"/>
              </a:ext>
            </a:extLst>
          </p:cNvPr>
          <p:cNvSpPr>
            <a:spLocks noGrp="1"/>
          </p:cNvSpPr>
          <p:nvPr>
            <p:ph type="ftr" sz="quarter" idx="11"/>
          </p:nvPr>
        </p:nvSpPr>
        <p:spPr/>
        <p:txBody>
          <a:bodyPr/>
          <a:lstStyle/>
          <a:p>
            <a:endParaRPr lang="en-PS"/>
          </a:p>
        </p:txBody>
      </p:sp>
      <p:sp>
        <p:nvSpPr>
          <p:cNvPr id="4" name="Slide Number Placeholder 3">
            <a:extLst>
              <a:ext uri="{FF2B5EF4-FFF2-40B4-BE49-F238E27FC236}">
                <a16:creationId xmlns:a16="http://schemas.microsoft.com/office/drawing/2014/main" id="{42537453-20A8-0228-FBEF-3C8BA48F911F}"/>
              </a:ext>
            </a:extLst>
          </p:cNvPr>
          <p:cNvSpPr>
            <a:spLocks noGrp="1"/>
          </p:cNvSpPr>
          <p:nvPr>
            <p:ph type="sldNum" sz="quarter" idx="12"/>
          </p:nvPr>
        </p:nvSpPr>
        <p:spPr/>
        <p:txBody>
          <a:bodyPr/>
          <a:lstStyle/>
          <a:p>
            <a:fld id="{ED9B01FF-E6D0-D14F-AD6B-9DA0029EF074}" type="slidenum">
              <a:rPr lang="en-PS" smtClean="0"/>
              <a:t>‹#›</a:t>
            </a:fld>
            <a:endParaRPr lang="en-PS"/>
          </a:p>
        </p:txBody>
      </p:sp>
    </p:spTree>
    <p:extLst>
      <p:ext uri="{BB962C8B-B14F-4D97-AF65-F5344CB8AC3E}">
        <p14:creationId xmlns:p14="http://schemas.microsoft.com/office/powerpoint/2010/main" val="25901576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9602A-1B41-D344-C2F6-4530AFF0340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S"/>
          </a:p>
        </p:txBody>
      </p:sp>
      <p:sp>
        <p:nvSpPr>
          <p:cNvPr id="3" name="Content Placeholder 2">
            <a:extLst>
              <a:ext uri="{FF2B5EF4-FFF2-40B4-BE49-F238E27FC236}">
                <a16:creationId xmlns:a16="http://schemas.microsoft.com/office/drawing/2014/main" id="{240656E3-8554-128D-996B-69E4C3267DE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S"/>
          </a:p>
        </p:txBody>
      </p:sp>
      <p:sp>
        <p:nvSpPr>
          <p:cNvPr id="4" name="Text Placeholder 3">
            <a:extLst>
              <a:ext uri="{FF2B5EF4-FFF2-40B4-BE49-F238E27FC236}">
                <a16:creationId xmlns:a16="http://schemas.microsoft.com/office/drawing/2014/main" id="{F53700DF-FCCE-C505-8B80-22EA95B757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B9B075-2C05-E235-5FF9-126A7F9AA507}"/>
              </a:ext>
            </a:extLst>
          </p:cNvPr>
          <p:cNvSpPr>
            <a:spLocks noGrp="1"/>
          </p:cNvSpPr>
          <p:nvPr>
            <p:ph type="dt" sz="half" idx="10"/>
          </p:nvPr>
        </p:nvSpPr>
        <p:spPr/>
        <p:txBody>
          <a:bodyPr/>
          <a:lstStyle/>
          <a:p>
            <a:fld id="{C0D41088-AF94-244B-AF08-471229A76134}" type="datetimeFigureOut">
              <a:rPr lang="en-PS" smtClean="0"/>
              <a:t>09/12/2024</a:t>
            </a:fld>
            <a:endParaRPr lang="en-PS"/>
          </a:p>
        </p:txBody>
      </p:sp>
      <p:sp>
        <p:nvSpPr>
          <p:cNvPr id="6" name="Footer Placeholder 5">
            <a:extLst>
              <a:ext uri="{FF2B5EF4-FFF2-40B4-BE49-F238E27FC236}">
                <a16:creationId xmlns:a16="http://schemas.microsoft.com/office/drawing/2014/main" id="{CFD683A4-5855-C5CA-FA6B-8778E856EE3B}"/>
              </a:ext>
            </a:extLst>
          </p:cNvPr>
          <p:cNvSpPr>
            <a:spLocks noGrp="1"/>
          </p:cNvSpPr>
          <p:nvPr>
            <p:ph type="ftr" sz="quarter" idx="11"/>
          </p:nvPr>
        </p:nvSpPr>
        <p:spPr/>
        <p:txBody>
          <a:bodyPr/>
          <a:lstStyle/>
          <a:p>
            <a:endParaRPr lang="en-PS"/>
          </a:p>
        </p:txBody>
      </p:sp>
      <p:sp>
        <p:nvSpPr>
          <p:cNvPr id="7" name="Slide Number Placeholder 6">
            <a:extLst>
              <a:ext uri="{FF2B5EF4-FFF2-40B4-BE49-F238E27FC236}">
                <a16:creationId xmlns:a16="http://schemas.microsoft.com/office/drawing/2014/main" id="{E8053CDE-6337-1DC0-B40E-FD93D42794DF}"/>
              </a:ext>
            </a:extLst>
          </p:cNvPr>
          <p:cNvSpPr>
            <a:spLocks noGrp="1"/>
          </p:cNvSpPr>
          <p:nvPr>
            <p:ph type="sldNum" sz="quarter" idx="12"/>
          </p:nvPr>
        </p:nvSpPr>
        <p:spPr/>
        <p:txBody>
          <a:bodyPr/>
          <a:lstStyle/>
          <a:p>
            <a:fld id="{ED9B01FF-E6D0-D14F-AD6B-9DA0029EF074}" type="slidenum">
              <a:rPr lang="en-PS" smtClean="0"/>
              <a:t>‹#›</a:t>
            </a:fld>
            <a:endParaRPr lang="en-PS"/>
          </a:p>
        </p:txBody>
      </p:sp>
    </p:spTree>
    <p:extLst>
      <p:ext uri="{BB962C8B-B14F-4D97-AF65-F5344CB8AC3E}">
        <p14:creationId xmlns:p14="http://schemas.microsoft.com/office/powerpoint/2010/main" val="41997299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F2AE49-7B7F-3096-446E-0EB8A129EF6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S"/>
          </a:p>
        </p:txBody>
      </p:sp>
      <p:sp>
        <p:nvSpPr>
          <p:cNvPr id="3" name="Picture Placeholder 2">
            <a:extLst>
              <a:ext uri="{FF2B5EF4-FFF2-40B4-BE49-F238E27FC236}">
                <a16:creationId xmlns:a16="http://schemas.microsoft.com/office/drawing/2014/main" id="{58A43EBD-7D8F-3843-BEB5-17EE2927B50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S"/>
          </a:p>
        </p:txBody>
      </p:sp>
      <p:sp>
        <p:nvSpPr>
          <p:cNvPr id="4" name="Text Placeholder 3">
            <a:extLst>
              <a:ext uri="{FF2B5EF4-FFF2-40B4-BE49-F238E27FC236}">
                <a16:creationId xmlns:a16="http://schemas.microsoft.com/office/drawing/2014/main" id="{86EFE7C1-8457-E844-D049-B363C59347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1D29A7B-F38F-C711-78DD-844A36D948C4}"/>
              </a:ext>
            </a:extLst>
          </p:cNvPr>
          <p:cNvSpPr>
            <a:spLocks noGrp="1"/>
          </p:cNvSpPr>
          <p:nvPr>
            <p:ph type="dt" sz="half" idx="10"/>
          </p:nvPr>
        </p:nvSpPr>
        <p:spPr/>
        <p:txBody>
          <a:bodyPr/>
          <a:lstStyle/>
          <a:p>
            <a:fld id="{C0D41088-AF94-244B-AF08-471229A76134}" type="datetimeFigureOut">
              <a:rPr lang="en-PS" smtClean="0"/>
              <a:t>09/12/2024</a:t>
            </a:fld>
            <a:endParaRPr lang="en-PS"/>
          </a:p>
        </p:txBody>
      </p:sp>
      <p:sp>
        <p:nvSpPr>
          <p:cNvPr id="6" name="Footer Placeholder 5">
            <a:extLst>
              <a:ext uri="{FF2B5EF4-FFF2-40B4-BE49-F238E27FC236}">
                <a16:creationId xmlns:a16="http://schemas.microsoft.com/office/drawing/2014/main" id="{F042B517-C0F7-8513-7B1F-9DD69F63C85F}"/>
              </a:ext>
            </a:extLst>
          </p:cNvPr>
          <p:cNvSpPr>
            <a:spLocks noGrp="1"/>
          </p:cNvSpPr>
          <p:nvPr>
            <p:ph type="ftr" sz="quarter" idx="11"/>
          </p:nvPr>
        </p:nvSpPr>
        <p:spPr/>
        <p:txBody>
          <a:bodyPr/>
          <a:lstStyle/>
          <a:p>
            <a:endParaRPr lang="en-PS"/>
          </a:p>
        </p:txBody>
      </p:sp>
      <p:sp>
        <p:nvSpPr>
          <p:cNvPr id="7" name="Slide Number Placeholder 6">
            <a:extLst>
              <a:ext uri="{FF2B5EF4-FFF2-40B4-BE49-F238E27FC236}">
                <a16:creationId xmlns:a16="http://schemas.microsoft.com/office/drawing/2014/main" id="{9EB3B589-7B28-5697-21D5-8233D40576AA}"/>
              </a:ext>
            </a:extLst>
          </p:cNvPr>
          <p:cNvSpPr>
            <a:spLocks noGrp="1"/>
          </p:cNvSpPr>
          <p:nvPr>
            <p:ph type="sldNum" sz="quarter" idx="12"/>
          </p:nvPr>
        </p:nvSpPr>
        <p:spPr/>
        <p:txBody>
          <a:bodyPr/>
          <a:lstStyle/>
          <a:p>
            <a:fld id="{ED9B01FF-E6D0-D14F-AD6B-9DA0029EF074}" type="slidenum">
              <a:rPr lang="en-PS" smtClean="0"/>
              <a:t>‹#›</a:t>
            </a:fld>
            <a:endParaRPr lang="en-PS"/>
          </a:p>
        </p:txBody>
      </p:sp>
    </p:spTree>
    <p:extLst>
      <p:ext uri="{BB962C8B-B14F-4D97-AF65-F5344CB8AC3E}">
        <p14:creationId xmlns:p14="http://schemas.microsoft.com/office/powerpoint/2010/main" val="13618027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F65446-1BF5-4483-63EA-266EB69AD2C9}"/>
              </a:ext>
            </a:extLst>
          </p:cNvPr>
          <p:cNvSpPr>
            <a:spLocks noGrp="1"/>
          </p:cNvSpPr>
          <p:nvPr>
            <p:ph type="title"/>
          </p:nvPr>
        </p:nvSpPr>
        <p:spPr/>
        <p:txBody>
          <a:bodyPr/>
          <a:lstStyle/>
          <a:p>
            <a:r>
              <a:rPr lang="en-US"/>
              <a:t>Click to edit Master title style</a:t>
            </a:r>
            <a:endParaRPr lang="en-PS"/>
          </a:p>
        </p:txBody>
      </p:sp>
      <p:sp>
        <p:nvSpPr>
          <p:cNvPr id="3" name="Vertical Text Placeholder 2">
            <a:extLst>
              <a:ext uri="{FF2B5EF4-FFF2-40B4-BE49-F238E27FC236}">
                <a16:creationId xmlns:a16="http://schemas.microsoft.com/office/drawing/2014/main" id="{2B670831-352E-33B6-D160-CA9DD314C87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S"/>
          </a:p>
        </p:txBody>
      </p:sp>
      <p:sp>
        <p:nvSpPr>
          <p:cNvPr id="4" name="Date Placeholder 3">
            <a:extLst>
              <a:ext uri="{FF2B5EF4-FFF2-40B4-BE49-F238E27FC236}">
                <a16:creationId xmlns:a16="http://schemas.microsoft.com/office/drawing/2014/main" id="{FB135E2E-3068-60CB-0FED-4549D8D79051}"/>
              </a:ext>
            </a:extLst>
          </p:cNvPr>
          <p:cNvSpPr>
            <a:spLocks noGrp="1"/>
          </p:cNvSpPr>
          <p:nvPr>
            <p:ph type="dt" sz="half" idx="10"/>
          </p:nvPr>
        </p:nvSpPr>
        <p:spPr/>
        <p:txBody>
          <a:bodyPr/>
          <a:lstStyle/>
          <a:p>
            <a:fld id="{C0D41088-AF94-244B-AF08-471229A76134}" type="datetimeFigureOut">
              <a:rPr lang="en-PS" smtClean="0"/>
              <a:t>09/12/2024</a:t>
            </a:fld>
            <a:endParaRPr lang="en-PS"/>
          </a:p>
        </p:txBody>
      </p:sp>
      <p:sp>
        <p:nvSpPr>
          <p:cNvPr id="5" name="Footer Placeholder 4">
            <a:extLst>
              <a:ext uri="{FF2B5EF4-FFF2-40B4-BE49-F238E27FC236}">
                <a16:creationId xmlns:a16="http://schemas.microsoft.com/office/drawing/2014/main" id="{CCEE9ADA-CCCE-19C7-3E1B-94AA6D5C5C48}"/>
              </a:ext>
            </a:extLst>
          </p:cNvPr>
          <p:cNvSpPr>
            <a:spLocks noGrp="1"/>
          </p:cNvSpPr>
          <p:nvPr>
            <p:ph type="ftr" sz="quarter" idx="11"/>
          </p:nvPr>
        </p:nvSpPr>
        <p:spPr/>
        <p:txBody>
          <a:bodyPr/>
          <a:lstStyle/>
          <a:p>
            <a:endParaRPr lang="en-PS"/>
          </a:p>
        </p:txBody>
      </p:sp>
      <p:sp>
        <p:nvSpPr>
          <p:cNvPr id="6" name="Slide Number Placeholder 5">
            <a:extLst>
              <a:ext uri="{FF2B5EF4-FFF2-40B4-BE49-F238E27FC236}">
                <a16:creationId xmlns:a16="http://schemas.microsoft.com/office/drawing/2014/main" id="{0C865E2D-8FF6-CE4E-9E2F-9EE92FFD7110}"/>
              </a:ext>
            </a:extLst>
          </p:cNvPr>
          <p:cNvSpPr>
            <a:spLocks noGrp="1"/>
          </p:cNvSpPr>
          <p:nvPr>
            <p:ph type="sldNum" sz="quarter" idx="12"/>
          </p:nvPr>
        </p:nvSpPr>
        <p:spPr/>
        <p:txBody>
          <a:bodyPr/>
          <a:lstStyle/>
          <a:p>
            <a:fld id="{ED9B01FF-E6D0-D14F-AD6B-9DA0029EF074}" type="slidenum">
              <a:rPr lang="en-PS" smtClean="0"/>
              <a:t>‹#›</a:t>
            </a:fld>
            <a:endParaRPr lang="en-PS"/>
          </a:p>
        </p:txBody>
      </p:sp>
    </p:spTree>
    <p:extLst>
      <p:ext uri="{BB962C8B-B14F-4D97-AF65-F5344CB8AC3E}">
        <p14:creationId xmlns:p14="http://schemas.microsoft.com/office/powerpoint/2010/main" val="38551105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493289C-13B2-DA76-5A9A-1C3C889E647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S"/>
          </a:p>
        </p:txBody>
      </p:sp>
      <p:sp>
        <p:nvSpPr>
          <p:cNvPr id="3" name="Vertical Text Placeholder 2">
            <a:extLst>
              <a:ext uri="{FF2B5EF4-FFF2-40B4-BE49-F238E27FC236}">
                <a16:creationId xmlns:a16="http://schemas.microsoft.com/office/drawing/2014/main" id="{7210E685-DA36-7756-CF5F-DE1E247D492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S"/>
          </a:p>
        </p:txBody>
      </p:sp>
      <p:sp>
        <p:nvSpPr>
          <p:cNvPr id="4" name="Date Placeholder 3">
            <a:extLst>
              <a:ext uri="{FF2B5EF4-FFF2-40B4-BE49-F238E27FC236}">
                <a16:creationId xmlns:a16="http://schemas.microsoft.com/office/drawing/2014/main" id="{E60AA3CB-FC94-9A19-1A5B-4D93AC1B42BE}"/>
              </a:ext>
            </a:extLst>
          </p:cNvPr>
          <p:cNvSpPr>
            <a:spLocks noGrp="1"/>
          </p:cNvSpPr>
          <p:nvPr>
            <p:ph type="dt" sz="half" idx="10"/>
          </p:nvPr>
        </p:nvSpPr>
        <p:spPr/>
        <p:txBody>
          <a:bodyPr/>
          <a:lstStyle/>
          <a:p>
            <a:fld id="{C0D41088-AF94-244B-AF08-471229A76134}" type="datetimeFigureOut">
              <a:rPr lang="en-PS" smtClean="0"/>
              <a:t>09/12/2024</a:t>
            </a:fld>
            <a:endParaRPr lang="en-PS"/>
          </a:p>
        </p:txBody>
      </p:sp>
      <p:sp>
        <p:nvSpPr>
          <p:cNvPr id="5" name="Footer Placeholder 4">
            <a:extLst>
              <a:ext uri="{FF2B5EF4-FFF2-40B4-BE49-F238E27FC236}">
                <a16:creationId xmlns:a16="http://schemas.microsoft.com/office/drawing/2014/main" id="{FA6591A9-B03E-EEE3-03A8-E52A5F38CC82}"/>
              </a:ext>
            </a:extLst>
          </p:cNvPr>
          <p:cNvSpPr>
            <a:spLocks noGrp="1"/>
          </p:cNvSpPr>
          <p:nvPr>
            <p:ph type="ftr" sz="quarter" idx="11"/>
          </p:nvPr>
        </p:nvSpPr>
        <p:spPr/>
        <p:txBody>
          <a:bodyPr/>
          <a:lstStyle/>
          <a:p>
            <a:endParaRPr lang="en-PS"/>
          </a:p>
        </p:txBody>
      </p:sp>
      <p:sp>
        <p:nvSpPr>
          <p:cNvPr id="6" name="Slide Number Placeholder 5">
            <a:extLst>
              <a:ext uri="{FF2B5EF4-FFF2-40B4-BE49-F238E27FC236}">
                <a16:creationId xmlns:a16="http://schemas.microsoft.com/office/drawing/2014/main" id="{4724DCDA-660E-F5F2-1AD8-D351EA474D5C}"/>
              </a:ext>
            </a:extLst>
          </p:cNvPr>
          <p:cNvSpPr>
            <a:spLocks noGrp="1"/>
          </p:cNvSpPr>
          <p:nvPr>
            <p:ph type="sldNum" sz="quarter" idx="12"/>
          </p:nvPr>
        </p:nvSpPr>
        <p:spPr/>
        <p:txBody>
          <a:bodyPr/>
          <a:lstStyle/>
          <a:p>
            <a:fld id="{ED9B01FF-E6D0-D14F-AD6B-9DA0029EF074}" type="slidenum">
              <a:rPr lang="en-PS" smtClean="0"/>
              <a:t>‹#›</a:t>
            </a:fld>
            <a:endParaRPr lang="en-PS"/>
          </a:p>
        </p:txBody>
      </p:sp>
    </p:spTree>
    <p:extLst>
      <p:ext uri="{BB962C8B-B14F-4D97-AF65-F5344CB8AC3E}">
        <p14:creationId xmlns:p14="http://schemas.microsoft.com/office/powerpoint/2010/main" val="5865358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65BD60-AA0F-B1F7-18AE-02CF277A4A8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S"/>
          </a:p>
        </p:txBody>
      </p:sp>
      <p:sp>
        <p:nvSpPr>
          <p:cNvPr id="3" name="Text Placeholder 2">
            <a:extLst>
              <a:ext uri="{FF2B5EF4-FFF2-40B4-BE49-F238E27FC236}">
                <a16:creationId xmlns:a16="http://schemas.microsoft.com/office/drawing/2014/main" id="{CB891285-A056-383E-88FD-75B19F4AAF4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S"/>
          </a:p>
        </p:txBody>
      </p:sp>
      <p:sp>
        <p:nvSpPr>
          <p:cNvPr id="4" name="Date Placeholder 3">
            <a:extLst>
              <a:ext uri="{FF2B5EF4-FFF2-40B4-BE49-F238E27FC236}">
                <a16:creationId xmlns:a16="http://schemas.microsoft.com/office/drawing/2014/main" id="{1695CBB4-03DE-9D90-F6F2-F03CA19B561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0D41088-AF94-244B-AF08-471229A76134}" type="datetimeFigureOut">
              <a:rPr lang="en-PS" smtClean="0"/>
              <a:t>09/12/2024</a:t>
            </a:fld>
            <a:endParaRPr lang="en-PS"/>
          </a:p>
        </p:txBody>
      </p:sp>
      <p:sp>
        <p:nvSpPr>
          <p:cNvPr id="5" name="Footer Placeholder 4">
            <a:extLst>
              <a:ext uri="{FF2B5EF4-FFF2-40B4-BE49-F238E27FC236}">
                <a16:creationId xmlns:a16="http://schemas.microsoft.com/office/drawing/2014/main" id="{7334F281-45D0-A252-FCCE-4E7DC1BF6AC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S"/>
          </a:p>
        </p:txBody>
      </p:sp>
      <p:sp>
        <p:nvSpPr>
          <p:cNvPr id="6" name="Slide Number Placeholder 5">
            <a:extLst>
              <a:ext uri="{FF2B5EF4-FFF2-40B4-BE49-F238E27FC236}">
                <a16:creationId xmlns:a16="http://schemas.microsoft.com/office/drawing/2014/main" id="{BC529075-A908-CDDA-5329-20C27DC1930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D9B01FF-E6D0-D14F-AD6B-9DA0029EF074}" type="slidenum">
              <a:rPr lang="en-PS" smtClean="0"/>
              <a:t>‹#›</a:t>
            </a:fld>
            <a:endParaRPr lang="en-PS"/>
          </a:p>
        </p:txBody>
      </p:sp>
    </p:spTree>
    <p:extLst>
      <p:ext uri="{BB962C8B-B14F-4D97-AF65-F5344CB8AC3E}">
        <p14:creationId xmlns:p14="http://schemas.microsoft.com/office/powerpoint/2010/main" val="7043007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E1DC9-FA08-D455-91D4-D60B9B360C77}"/>
              </a:ext>
            </a:extLst>
          </p:cNvPr>
          <p:cNvSpPr>
            <a:spLocks noGrp="1"/>
          </p:cNvSpPr>
          <p:nvPr>
            <p:ph type="ctrTitle"/>
          </p:nvPr>
        </p:nvSpPr>
        <p:spPr>
          <a:xfrm>
            <a:off x="1408253" y="1378864"/>
            <a:ext cx="9144000" cy="1160302"/>
          </a:xfrm>
        </p:spPr>
        <p:txBody>
          <a:bodyPr/>
          <a:lstStyle/>
          <a:p>
            <a:r>
              <a:rPr lang="en-PS" b="1" dirty="0">
                <a:latin typeface="Arial Rounded MT Bold" panose="020F0704030504030204" pitchFamily="34" charset="77"/>
              </a:rPr>
              <a:t>Data Warehouses </a:t>
            </a:r>
          </a:p>
        </p:txBody>
      </p:sp>
      <p:sp>
        <p:nvSpPr>
          <p:cNvPr id="3" name="Subtitle 2">
            <a:extLst>
              <a:ext uri="{FF2B5EF4-FFF2-40B4-BE49-F238E27FC236}">
                <a16:creationId xmlns:a16="http://schemas.microsoft.com/office/drawing/2014/main" id="{663785E3-0FC2-399D-C399-B0EBCFB65BDD}"/>
              </a:ext>
            </a:extLst>
          </p:cNvPr>
          <p:cNvSpPr>
            <a:spLocks noGrp="1"/>
          </p:cNvSpPr>
          <p:nvPr>
            <p:ph type="subTitle" idx="1"/>
          </p:nvPr>
        </p:nvSpPr>
        <p:spPr>
          <a:xfrm>
            <a:off x="1524000" y="3661198"/>
            <a:ext cx="9144000" cy="1655762"/>
          </a:xfrm>
        </p:spPr>
        <p:txBody>
          <a:bodyPr>
            <a:normAutofit fontScale="85000" lnSpcReduction="20000"/>
          </a:bodyPr>
          <a:lstStyle/>
          <a:p>
            <a:pPr algn="l"/>
            <a:r>
              <a:rPr lang="en-US" b="1" dirty="0"/>
              <a:t>Lecture # 3</a:t>
            </a:r>
          </a:p>
          <a:p>
            <a:pPr algn="l"/>
            <a:r>
              <a:rPr lang="en-PS" b="1" dirty="0"/>
              <a:t>Topic : </a:t>
            </a:r>
            <a:r>
              <a:rPr lang="en-US" sz="1800" b="1" i="0" u="none" strike="noStrike" dirty="0">
                <a:solidFill>
                  <a:srgbClr val="000000"/>
                </a:solidFill>
                <a:effectLst/>
                <a:latin typeface="Arial" panose="020B0604020202020204" pitchFamily="34" charset="0"/>
              </a:rPr>
              <a:t>NoSQL and Selected Topics For Data Warehousing</a:t>
            </a:r>
            <a:endParaRPr lang="en-PS" b="1" dirty="0"/>
          </a:p>
          <a:p>
            <a:pPr algn="l"/>
            <a:r>
              <a:rPr lang="en-PS" b="1" dirty="0"/>
              <a:t>Prepared by: </a:t>
            </a:r>
            <a:r>
              <a:rPr lang="en-PS" sz="1800" b="1" dirty="0">
                <a:solidFill>
                  <a:srgbClr val="000000"/>
                </a:solidFill>
                <a:latin typeface="Arial" panose="020B0604020202020204" pitchFamily="34" charset="0"/>
              </a:rPr>
              <a:t>Basem Khalaf </a:t>
            </a:r>
          </a:p>
          <a:p>
            <a:pPr algn="l"/>
            <a:r>
              <a:rPr lang="en-PS" sz="1800" b="1" dirty="0">
                <a:solidFill>
                  <a:srgbClr val="000000"/>
                </a:solidFill>
                <a:latin typeface="Arial" panose="020B0604020202020204" pitchFamily="34" charset="0"/>
              </a:rPr>
              <a:t>Semster-1 , Level-3</a:t>
            </a:r>
          </a:p>
          <a:p>
            <a:pPr algn="l"/>
            <a:r>
              <a:rPr lang="en-PS" sz="1800" b="1" dirty="0">
                <a:solidFill>
                  <a:srgbClr val="000000"/>
                </a:solidFill>
                <a:latin typeface="Arial" panose="020B0604020202020204" pitchFamily="34" charset="0"/>
              </a:rPr>
              <a:t>Fall 2023 </a:t>
            </a:r>
          </a:p>
        </p:txBody>
      </p:sp>
      <p:pic>
        <p:nvPicPr>
          <p:cNvPr id="1030" name="Picture 6" descr="No photo description available.">
            <a:extLst>
              <a:ext uri="{FF2B5EF4-FFF2-40B4-BE49-F238E27FC236}">
                <a16:creationId xmlns:a16="http://schemas.microsoft.com/office/drawing/2014/main" id="{A1ED1E73-98B8-2AB5-0DF1-279CF21B9B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612006"/>
            <a:ext cx="1524000" cy="16457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882684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AF92AE5-0805-7D14-95DE-38CBC3D44C8D}"/>
              </a:ext>
            </a:extLst>
          </p:cNvPr>
          <p:cNvSpPr>
            <a:spLocks noGrp="1"/>
          </p:cNvSpPr>
          <p:nvPr>
            <p:ph idx="1"/>
          </p:nvPr>
        </p:nvSpPr>
        <p:spPr>
          <a:xfrm>
            <a:off x="838200" y="2329580"/>
            <a:ext cx="10515600" cy="3094718"/>
          </a:xfrm>
        </p:spPr>
        <p:txBody>
          <a:bodyPr>
            <a:normAutofit/>
          </a:bodyPr>
          <a:lstStyle/>
          <a:p>
            <a:r>
              <a:rPr lang="en-US" dirty="0"/>
              <a:t>NoSQL Databases &amp; Data Warehouses</a:t>
            </a:r>
          </a:p>
          <a:p>
            <a:r>
              <a:rPr lang="en-US" dirty="0"/>
              <a:t>Data Warehouse Governance and Backup Strategies</a:t>
            </a:r>
          </a:p>
          <a:p>
            <a:r>
              <a:rPr lang="en-US" dirty="0"/>
              <a:t>Data Cleaning and Transformation in Data Warehousing</a:t>
            </a:r>
          </a:p>
          <a:p>
            <a:endParaRPr lang="en-US" dirty="0"/>
          </a:p>
        </p:txBody>
      </p:sp>
      <p:sp>
        <p:nvSpPr>
          <p:cNvPr id="4" name="Title 1">
            <a:extLst>
              <a:ext uri="{FF2B5EF4-FFF2-40B4-BE49-F238E27FC236}">
                <a16:creationId xmlns:a16="http://schemas.microsoft.com/office/drawing/2014/main" id="{E58E5477-4549-9207-53C7-7C313F260890}"/>
              </a:ext>
            </a:extLst>
          </p:cNvPr>
          <p:cNvSpPr>
            <a:spLocks noGrp="1"/>
          </p:cNvSpPr>
          <p:nvPr>
            <p:ph type="title"/>
          </p:nvPr>
        </p:nvSpPr>
        <p:spPr>
          <a:xfrm>
            <a:off x="838200" y="365125"/>
            <a:ext cx="10515600" cy="1325563"/>
          </a:xfrm>
        </p:spPr>
        <p:txBody>
          <a:bodyPr/>
          <a:lstStyle/>
          <a:p>
            <a:r>
              <a:rPr lang="en-PS" b="1" dirty="0">
                <a:latin typeface="Franklin Gothic Medium" panose="020B0603020102020204" pitchFamily="34" charset="0"/>
              </a:rPr>
              <a:t>Agenda </a:t>
            </a:r>
          </a:p>
        </p:txBody>
      </p:sp>
    </p:spTree>
    <p:extLst>
      <p:ext uri="{BB962C8B-B14F-4D97-AF65-F5344CB8AC3E}">
        <p14:creationId xmlns:p14="http://schemas.microsoft.com/office/powerpoint/2010/main" val="41439306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F88D4CC-3337-3832-A703-7FCD45449B1A}"/>
              </a:ext>
            </a:extLst>
          </p:cNvPr>
          <p:cNvSpPr>
            <a:spLocks noGrp="1"/>
          </p:cNvSpPr>
          <p:nvPr>
            <p:ph idx="1"/>
          </p:nvPr>
        </p:nvSpPr>
        <p:spPr>
          <a:xfrm>
            <a:off x="664098" y="1478384"/>
            <a:ext cx="10515600" cy="1646781"/>
          </a:xfrm>
        </p:spPr>
        <p:txBody>
          <a:bodyPr/>
          <a:lstStyle/>
          <a:p>
            <a:pPr marL="0" indent="0">
              <a:buNone/>
            </a:pPr>
            <a:r>
              <a:rPr lang="en-US" dirty="0"/>
              <a:t>Definition:</a:t>
            </a:r>
          </a:p>
          <a:p>
            <a:pPr marL="0" indent="0">
              <a:buNone/>
            </a:pPr>
            <a:r>
              <a:rPr lang="en-US" sz="2000" dirty="0"/>
              <a:t>NoSQL databases are non-relational databases designed for scalability, flexibility, and performance in handling large and diverse data sets.</a:t>
            </a:r>
          </a:p>
          <a:p>
            <a:pPr marL="0" indent="0">
              <a:buNone/>
            </a:pPr>
            <a:endParaRPr lang="en-US" dirty="0"/>
          </a:p>
          <a:p>
            <a:pPr marL="0" indent="0">
              <a:buNone/>
            </a:pPr>
            <a:endParaRPr lang="en-PS" dirty="0"/>
          </a:p>
        </p:txBody>
      </p:sp>
      <p:sp>
        <p:nvSpPr>
          <p:cNvPr id="4" name="Title 1">
            <a:extLst>
              <a:ext uri="{FF2B5EF4-FFF2-40B4-BE49-F238E27FC236}">
                <a16:creationId xmlns:a16="http://schemas.microsoft.com/office/drawing/2014/main" id="{EAE20AA1-2A58-ABAC-8698-E08DC807A5EB}"/>
              </a:ext>
            </a:extLst>
          </p:cNvPr>
          <p:cNvSpPr txBox="1">
            <a:spLocks/>
          </p:cNvSpPr>
          <p:nvPr/>
        </p:nvSpPr>
        <p:spPr>
          <a:xfrm>
            <a:off x="664098" y="1520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atin typeface="Söhne"/>
              </a:rPr>
              <a:t>NoSQL Databases</a:t>
            </a:r>
            <a:endParaRPr lang="en-PS" dirty="0"/>
          </a:p>
        </p:txBody>
      </p:sp>
      <p:sp>
        <p:nvSpPr>
          <p:cNvPr id="6" name="TextBox 5">
            <a:extLst>
              <a:ext uri="{FF2B5EF4-FFF2-40B4-BE49-F238E27FC236}">
                <a16:creationId xmlns:a16="http://schemas.microsoft.com/office/drawing/2014/main" id="{C4F9772E-9A2E-AA78-34DF-54613D705826}"/>
              </a:ext>
            </a:extLst>
          </p:cNvPr>
          <p:cNvSpPr txBox="1"/>
          <p:nvPr/>
        </p:nvSpPr>
        <p:spPr>
          <a:xfrm>
            <a:off x="4285646" y="5948744"/>
            <a:ext cx="3342070" cy="338554"/>
          </a:xfrm>
          <a:prstGeom prst="rect">
            <a:avLst/>
          </a:prstGeom>
          <a:noFill/>
        </p:spPr>
        <p:txBody>
          <a:bodyPr wrap="square">
            <a:spAutoFit/>
          </a:bodyPr>
          <a:lstStyle/>
          <a:p>
            <a:r>
              <a:rPr lang="en-US" sz="1600" i="1" dirty="0"/>
              <a:t>Scalable, Flexible, High-Performance</a:t>
            </a:r>
            <a:endParaRPr lang="en-PS" sz="1600" dirty="0"/>
          </a:p>
        </p:txBody>
      </p:sp>
      <p:pic>
        <p:nvPicPr>
          <p:cNvPr id="1028" name="Picture 4" descr="Deep Dive into NoSQL Database Types | by Gangani Chamika | Medium">
            <a:extLst>
              <a:ext uri="{FF2B5EF4-FFF2-40B4-BE49-F238E27FC236}">
                <a16:creationId xmlns:a16="http://schemas.microsoft.com/office/drawing/2014/main" id="{01C4A3E0-57F6-F947-FDE1-F2E310DDA3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39121" y="2613136"/>
            <a:ext cx="7965553" cy="2732022"/>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4FFC0BD3-9A87-E5B7-6D72-E6AB7016B8F8}"/>
              </a:ext>
            </a:extLst>
          </p:cNvPr>
          <p:cNvSpPr txBox="1"/>
          <p:nvPr/>
        </p:nvSpPr>
        <p:spPr>
          <a:xfrm>
            <a:off x="8169797" y="5160492"/>
            <a:ext cx="1354780" cy="369332"/>
          </a:xfrm>
          <a:prstGeom prst="rect">
            <a:avLst/>
          </a:prstGeom>
          <a:noFill/>
        </p:spPr>
        <p:txBody>
          <a:bodyPr wrap="square">
            <a:spAutoFit/>
          </a:bodyPr>
          <a:lstStyle/>
          <a:p>
            <a:r>
              <a:rPr lang="en-US" b="1" dirty="0"/>
              <a:t>MongoDB</a:t>
            </a:r>
            <a:endParaRPr lang="en-PS" b="1" dirty="0"/>
          </a:p>
        </p:txBody>
      </p:sp>
      <p:sp>
        <p:nvSpPr>
          <p:cNvPr id="10" name="TextBox 9">
            <a:extLst>
              <a:ext uri="{FF2B5EF4-FFF2-40B4-BE49-F238E27FC236}">
                <a16:creationId xmlns:a16="http://schemas.microsoft.com/office/drawing/2014/main" id="{27C2083E-A9B5-DEAA-69E6-5130AB6C2AE7}"/>
              </a:ext>
            </a:extLst>
          </p:cNvPr>
          <p:cNvSpPr txBox="1"/>
          <p:nvPr/>
        </p:nvSpPr>
        <p:spPr>
          <a:xfrm>
            <a:off x="2667423" y="5160492"/>
            <a:ext cx="1354780" cy="369332"/>
          </a:xfrm>
          <a:prstGeom prst="rect">
            <a:avLst/>
          </a:prstGeom>
          <a:noFill/>
        </p:spPr>
        <p:txBody>
          <a:bodyPr wrap="square">
            <a:spAutoFit/>
          </a:bodyPr>
          <a:lstStyle/>
          <a:p>
            <a:r>
              <a:rPr lang="en-US" b="1" dirty="0"/>
              <a:t>DynamoDB</a:t>
            </a:r>
            <a:endParaRPr lang="en-PS" b="1" dirty="0"/>
          </a:p>
        </p:txBody>
      </p:sp>
      <p:sp>
        <p:nvSpPr>
          <p:cNvPr id="12" name="TextBox 11">
            <a:extLst>
              <a:ext uri="{FF2B5EF4-FFF2-40B4-BE49-F238E27FC236}">
                <a16:creationId xmlns:a16="http://schemas.microsoft.com/office/drawing/2014/main" id="{48EF4F2F-1E3C-B14A-C093-22E255208EA0}"/>
              </a:ext>
            </a:extLst>
          </p:cNvPr>
          <p:cNvSpPr txBox="1"/>
          <p:nvPr/>
        </p:nvSpPr>
        <p:spPr>
          <a:xfrm>
            <a:off x="4168815" y="5160492"/>
            <a:ext cx="1927185" cy="369332"/>
          </a:xfrm>
          <a:prstGeom prst="rect">
            <a:avLst/>
          </a:prstGeom>
          <a:noFill/>
        </p:spPr>
        <p:txBody>
          <a:bodyPr wrap="square">
            <a:spAutoFit/>
          </a:bodyPr>
          <a:lstStyle/>
          <a:p>
            <a:r>
              <a:rPr lang="en-US" b="1" dirty="0"/>
              <a:t>Apache Cassandra</a:t>
            </a:r>
            <a:endParaRPr lang="en-PS" b="1" dirty="0"/>
          </a:p>
        </p:txBody>
      </p:sp>
      <p:sp>
        <p:nvSpPr>
          <p:cNvPr id="14" name="TextBox 13">
            <a:extLst>
              <a:ext uri="{FF2B5EF4-FFF2-40B4-BE49-F238E27FC236}">
                <a16:creationId xmlns:a16="http://schemas.microsoft.com/office/drawing/2014/main" id="{40C6DE49-76C7-2432-D862-1F2B869EF83C}"/>
              </a:ext>
            </a:extLst>
          </p:cNvPr>
          <p:cNvSpPr txBox="1"/>
          <p:nvPr/>
        </p:nvSpPr>
        <p:spPr>
          <a:xfrm>
            <a:off x="6531134" y="5160492"/>
            <a:ext cx="804441" cy="369332"/>
          </a:xfrm>
          <a:prstGeom prst="rect">
            <a:avLst/>
          </a:prstGeom>
          <a:noFill/>
        </p:spPr>
        <p:txBody>
          <a:bodyPr wrap="square">
            <a:spAutoFit/>
          </a:bodyPr>
          <a:lstStyle/>
          <a:p>
            <a:r>
              <a:rPr lang="en-US" b="1" dirty="0"/>
              <a:t>Neo4j</a:t>
            </a:r>
            <a:endParaRPr lang="en-PS" b="1" dirty="0"/>
          </a:p>
        </p:txBody>
      </p:sp>
    </p:spTree>
    <p:extLst>
      <p:ext uri="{BB962C8B-B14F-4D97-AF65-F5344CB8AC3E}">
        <p14:creationId xmlns:p14="http://schemas.microsoft.com/office/powerpoint/2010/main" val="36478576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AADE619-A6E3-E89A-DA2A-B390D69283C1}"/>
              </a:ext>
            </a:extLst>
          </p:cNvPr>
          <p:cNvSpPr>
            <a:spLocks noGrp="1"/>
          </p:cNvSpPr>
          <p:nvPr>
            <p:ph idx="1"/>
          </p:nvPr>
        </p:nvSpPr>
        <p:spPr>
          <a:xfrm>
            <a:off x="664098" y="1340763"/>
            <a:ext cx="11697182" cy="4502552"/>
          </a:xfrm>
        </p:spPr>
        <p:txBody>
          <a:bodyPr>
            <a:normAutofit/>
          </a:bodyPr>
          <a:lstStyle/>
          <a:p>
            <a:pPr>
              <a:buFont typeface="Arial" panose="020B0604020202020204" pitchFamily="34" charset="0"/>
              <a:buChar char="•"/>
            </a:pPr>
            <a:r>
              <a:rPr lang="en-US" sz="2000" b="1" dirty="0"/>
              <a:t>Traditional Limitations</a:t>
            </a:r>
            <a:r>
              <a:rPr lang="en-US" sz="2000" dirty="0"/>
              <a:t>:</a:t>
            </a:r>
          </a:p>
          <a:p>
            <a:pPr marL="0" indent="0">
              <a:buNone/>
            </a:pPr>
            <a:endParaRPr lang="en-US" sz="1100" dirty="0"/>
          </a:p>
          <a:p>
            <a:pPr marL="742950" lvl="1" indent="-285750">
              <a:buFont typeface="Arial" panose="020B0604020202020204" pitchFamily="34" charset="0"/>
              <a:buChar char="•"/>
            </a:pPr>
            <a:r>
              <a:rPr lang="en-US" sz="1800" dirty="0"/>
              <a:t>Relational databases struggle with high data velocity and unstructured formats.</a:t>
            </a:r>
          </a:p>
          <a:p>
            <a:pPr marL="742950" lvl="1" indent="-285750">
              <a:buFont typeface="Arial" panose="020B0604020202020204" pitchFamily="34" charset="0"/>
              <a:buChar char="•"/>
            </a:pPr>
            <a:r>
              <a:rPr lang="en-US" sz="1800" dirty="0"/>
              <a:t>Scaling is costly and complex.</a:t>
            </a:r>
          </a:p>
          <a:p>
            <a:pPr marL="457200" lvl="1" indent="0">
              <a:buNone/>
            </a:pPr>
            <a:endParaRPr lang="en-US" sz="1800" dirty="0"/>
          </a:p>
          <a:p>
            <a:pPr>
              <a:buFont typeface="Arial" panose="020B0604020202020204" pitchFamily="34" charset="0"/>
              <a:buChar char="•"/>
            </a:pPr>
            <a:r>
              <a:rPr lang="en-US" sz="2000" b="1" dirty="0"/>
              <a:t>NoSQL Strengths</a:t>
            </a:r>
            <a:r>
              <a:rPr lang="en-US" sz="2000" dirty="0"/>
              <a:t>:</a:t>
            </a:r>
          </a:p>
          <a:p>
            <a:pPr marL="742950" lvl="1" indent="-285750">
              <a:buFont typeface="Arial" panose="020B0604020202020204" pitchFamily="34" charset="0"/>
              <a:buChar char="•"/>
            </a:pPr>
            <a:r>
              <a:rPr lang="en-US" sz="1800" b="1" dirty="0"/>
              <a:t>Schema Flexibility</a:t>
            </a:r>
            <a:r>
              <a:rPr lang="en-US" sz="1800" dirty="0"/>
              <a:t>: Supports unstructured, semi-structured, and structured data.</a:t>
            </a:r>
          </a:p>
          <a:p>
            <a:pPr marL="742950" lvl="1" indent="-285750">
              <a:buFont typeface="Arial" panose="020B0604020202020204" pitchFamily="34" charset="0"/>
              <a:buChar char="•"/>
            </a:pPr>
            <a:r>
              <a:rPr lang="en-US" sz="1800" b="1" dirty="0"/>
              <a:t>Horizontal Scalability</a:t>
            </a:r>
            <a:r>
              <a:rPr lang="en-US" sz="1800" dirty="0"/>
              <a:t>: Easily scales across distributed systems.</a:t>
            </a:r>
          </a:p>
          <a:p>
            <a:pPr marL="742950" lvl="1" indent="-285750">
              <a:buFont typeface="Arial" panose="020B0604020202020204" pitchFamily="34" charset="0"/>
              <a:buChar char="•"/>
            </a:pPr>
            <a:r>
              <a:rPr lang="en-US" sz="1800" b="1" dirty="0"/>
              <a:t>Speed</a:t>
            </a:r>
            <a:r>
              <a:rPr lang="en-US" sz="1800" dirty="0"/>
              <a:t>: Optimized for large-scale, high-speed read/write operations.</a:t>
            </a:r>
          </a:p>
          <a:p>
            <a:pPr marL="742950" lvl="1" indent="-285750">
              <a:buFont typeface="Arial" panose="020B0604020202020204" pitchFamily="34" charset="0"/>
              <a:buChar char="•"/>
            </a:pPr>
            <a:r>
              <a:rPr lang="en-US" sz="1800" b="1" dirty="0"/>
              <a:t>Diversity</a:t>
            </a:r>
            <a:r>
              <a:rPr lang="en-US" sz="1800" dirty="0"/>
              <a:t>: Various models (e.g., Key-Value, Document) fit specific use cases.</a:t>
            </a:r>
          </a:p>
          <a:p>
            <a:pPr marL="0" indent="0">
              <a:buNone/>
            </a:pPr>
            <a:endParaRPr lang="en-PS" dirty="0"/>
          </a:p>
        </p:txBody>
      </p:sp>
      <p:pic>
        <p:nvPicPr>
          <p:cNvPr id="2050" name="Picture 2" descr="An Easy Guide To Structured, Unstructured And Semi-Structured Data | iunera">
            <a:extLst>
              <a:ext uri="{FF2B5EF4-FFF2-40B4-BE49-F238E27FC236}">
                <a16:creationId xmlns:a16="http://schemas.microsoft.com/office/drawing/2014/main" id="{2D1E8D83-940B-1F56-26E3-CCC98BCF4E8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235" b="8398"/>
          <a:stretch/>
        </p:blipFill>
        <p:spPr bwMode="auto">
          <a:xfrm>
            <a:off x="4707279" y="4904898"/>
            <a:ext cx="2777442" cy="1564230"/>
          </a:xfrm>
          <a:prstGeom prst="rect">
            <a:avLst/>
          </a:prstGeom>
          <a:noFill/>
          <a:extLst>
            <a:ext uri="{909E8E84-426E-40DD-AFC4-6F175D3DCCD1}">
              <a14:hiddenFill xmlns:a14="http://schemas.microsoft.com/office/drawing/2010/main">
                <a:solidFill>
                  <a:srgbClr val="FFFFFF"/>
                </a:solidFill>
              </a14:hiddenFill>
            </a:ext>
          </a:extLst>
        </p:spPr>
      </p:pic>
      <p:sp>
        <p:nvSpPr>
          <p:cNvPr id="8" name="Title 1">
            <a:extLst>
              <a:ext uri="{FF2B5EF4-FFF2-40B4-BE49-F238E27FC236}">
                <a16:creationId xmlns:a16="http://schemas.microsoft.com/office/drawing/2014/main" id="{98F86315-90D4-B2FD-6D39-FB40AE423F74}"/>
              </a:ext>
            </a:extLst>
          </p:cNvPr>
          <p:cNvSpPr txBox="1">
            <a:spLocks/>
          </p:cNvSpPr>
          <p:nvPr/>
        </p:nvSpPr>
        <p:spPr>
          <a:xfrm>
            <a:off x="664098" y="1520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atin typeface="Söhne"/>
              </a:rPr>
              <a:t>Why NoSQL Databases ?</a:t>
            </a:r>
            <a:endParaRPr lang="en-PS" dirty="0"/>
          </a:p>
        </p:txBody>
      </p:sp>
    </p:spTree>
    <p:extLst>
      <p:ext uri="{BB962C8B-B14F-4D97-AF65-F5344CB8AC3E}">
        <p14:creationId xmlns:p14="http://schemas.microsoft.com/office/powerpoint/2010/main" val="3190672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7FC68A0-2246-9B75-098D-35670492915E}"/>
              </a:ext>
            </a:extLst>
          </p:cNvPr>
          <p:cNvPicPr>
            <a:picLocks noChangeAspect="1"/>
          </p:cNvPicPr>
          <p:nvPr/>
        </p:nvPicPr>
        <p:blipFill>
          <a:blip r:embed="rId2"/>
          <a:stretch>
            <a:fillRect/>
          </a:stretch>
        </p:blipFill>
        <p:spPr>
          <a:xfrm>
            <a:off x="664098" y="1527516"/>
            <a:ext cx="11102749" cy="4080760"/>
          </a:xfrm>
          <a:prstGeom prst="rect">
            <a:avLst/>
          </a:prstGeom>
        </p:spPr>
      </p:pic>
      <p:sp>
        <p:nvSpPr>
          <p:cNvPr id="5" name="Title 1">
            <a:extLst>
              <a:ext uri="{FF2B5EF4-FFF2-40B4-BE49-F238E27FC236}">
                <a16:creationId xmlns:a16="http://schemas.microsoft.com/office/drawing/2014/main" id="{32475C01-0761-64C4-EA72-43D04A1F0F7F}"/>
              </a:ext>
            </a:extLst>
          </p:cNvPr>
          <p:cNvSpPr txBox="1">
            <a:spLocks/>
          </p:cNvSpPr>
          <p:nvPr/>
        </p:nvSpPr>
        <p:spPr>
          <a:xfrm>
            <a:off x="664098" y="1520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atin typeface="Söhne"/>
              </a:rPr>
              <a:t>Why NoSQL Databases ?</a:t>
            </a:r>
            <a:endParaRPr lang="en-PS" dirty="0"/>
          </a:p>
        </p:txBody>
      </p:sp>
    </p:spTree>
    <p:extLst>
      <p:ext uri="{BB962C8B-B14F-4D97-AF65-F5344CB8AC3E}">
        <p14:creationId xmlns:p14="http://schemas.microsoft.com/office/powerpoint/2010/main" val="24978212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8E8CDBB-6AC1-4472-B3E0-19155DF3729B}"/>
              </a:ext>
            </a:extLst>
          </p:cNvPr>
          <p:cNvSpPr txBox="1"/>
          <p:nvPr/>
        </p:nvSpPr>
        <p:spPr>
          <a:xfrm>
            <a:off x="664097" y="1340763"/>
            <a:ext cx="11084205" cy="2800767"/>
          </a:xfrm>
          <a:prstGeom prst="rect">
            <a:avLst/>
          </a:prstGeom>
          <a:noFill/>
        </p:spPr>
        <p:txBody>
          <a:bodyPr wrap="square">
            <a:spAutoFit/>
          </a:bodyPr>
          <a:lstStyle/>
          <a:p>
            <a:endParaRPr lang="en-US" dirty="0"/>
          </a:p>
          <a:p>
            <a:pPr>
              <a:buFont typeface="Arial" panose="020B0604020202020204" pitchFamily="34" charset="0"/>
              <a:buChar char="•"/>
            </a:pPr>
            <a:r>
              <a:rPr lang="en-US" sz="2000" b="1" dirty="0"/>
              <a:t> Scalability</a:t>
            </a:r>
            <a:r>
              <a:rPr lang="en-US" sz="2000" dirty="0"/>
              <a:t>: Horizontally scalable to handle massive datasets.</a:t>
            </a:r>
          </a:p>
          <a:p>
            <a:endParaRPr lang="en-US" sz="2000" dirty="0"/>
          </a:p>
          <a:p>
            <a:pPr>
              <a:buFont typeface="Arial" panose="020B0604020202020204" pitchFamily="34" charset="0"/>
              <a:buChar char="•"/>
            </a:pPr>
            <a:r>
              <a:rPr lang="en-US" sz="2000" b="1" dirty="0"/>
              <a:t> Flexibility</a:t>
            </a:r>
            <a:r>
              <a:rPr lang="en-US" sz="2000" dirty="0"/>
              <a:t>: Schema-less structure to adapt to dynamic data.</a:t>
            </a:r>
          </a:p>
          <a:p>
            <a:pPr>
              <a:buFont typeface="Arial" panose="020B0604020202020204" pitchFamily="34" charset="0"/>
              <a:buChar char="•"/>
            </a:pPr>
            <a:endParaRPr lang="en-US" sz="2000" dirty="0"/>
          </a:p>
          <a:p>
            <a:pPr>
              <a:buFont typeface="Arial" panose="020B0604020202020204" pitchFamily="34" charset="0"/>
              <a:buChar char="•"/>
            </a:pPr>
            <a:r>
              <a:rPr lang="en-US" sz="2000" b="1" dirty="0"/>
              <a:t> Performance</a:t>
            </a:r>
            <a:r>
              <a:rPr lang="en-US" sz="2000" dirty="0"/>
              <a:t>: Optimized for read-heavy analytical workloads.</a:t>
            </a:r>
          </a:p>
          <a:p>
            <a:pPr>
              <a:buFont typeface="Arial" panose="020B0604020202020204" pitchFamily="34" charset="0"/>
              <a:buChar char="•"/>
            </a:pPr>
            <a:endParaRPr lang="en-US" sz="2000" dirty="0"/>
          </a:p>
          <a:p>
            <a:pPr>
              <a:buFont typeface="Arial" panose="020B0604020202020204" pitchFamily="34" charset="0"/>
              <a:buChar char="•"/>
            </a:pPr>
            <a:r>
              <a:rPr lang="en-US" sz="2000" b="1" dirty="0"/>
              <a:t> Cost-Effectiveness</a:t>
            </a:r>
            <a:r>
              <a:rPr lang="en-US" sz="2000" dirty="0"/>
              <a:t>: Open-source options and pay-as-you-go cloud services.</a:t>
            </a:r>
          </a:p>
          <a:p>
            <a:pPr>
              <a:buFont typeface="Arial" panose="020B0604020202020204" pitchFamily="34" charset="0"/>
              <a:buChar char="•"/>
            </a:pPr>
            <a:endParaRPr lang="en-US" dirty="0"/>
          </a:p>
        </p:txBody>
      </p:sp>
      <p:sp>
        <p:nvSpPr>
          <p:cNvPr id="8" name="Title 1">
            <a:extLst>
              <a:ext uri="{FF2B5EF4-FFF2-40B4-BE49-F238E27FC236}">
                <a16:creationId xmlns:a16="http://schemas.microsoft.com/office/drawing/2014/main" id="{F5BAE500-DFF7-C4E6-1132-1834FD164C0B}"/>
              </a:ext>
            </a:extLst>
          </p:cNvPr>
          <p:cNvSpPr txBox="1">
            <a:spLocks/>
          </p:cNvSpPr>
          <p:nvPr/>
        </p:nvSpPr>
        <p:spPr>
          <a:xfrm>
            <a:off x="664098" y="15200"/>
            <a:ext cx="11527902"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atin typeface="Söhne"/>
              </a:rPr>
              <a:t>Why NoSQL Databases with Data Warehousing?</a:t>
            </a:r>
            <a:endParaRPr lang="en-PS" dirty="0"/>
          </a:p>
        </p:txBody>
      </p:sp>
      <p:pic>
        <p:nvPicPr>
          <p:cNvPr id="4098" name="Picture 2" descr="A simple setup for people just starting out | The Analytics Setup Guidebook">
            <a:extLst>
              <a:ext uri="{FF2B5EF4-FFF2-40B4-BE49-F238E27FC236}">
                <a16:creationId xmlns:a16="http://schemas.microsoft.com/office/drawing/2014/main" id="{A58F0747-BCF4-6857-3A26-8C188130A60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38213" y="4192354"/>
            <a:ext cx="4735971" cy="23679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94551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18F1EE7-7647-706F-6957-C120CD06D000}"/>
              </a:ext>
            </a:extLst>
          </p:cNvPr>
          <p:cNvPicPr>
            <a:picLocks noChangeAspect="1"/>
          </p:cNvPicPr>
          <p:nvPr/>
        </p:nvPicPr>
        <p:blipFill>
          <a:blip r:embed="rId2"/>
          <a:stretch>
            <a:fillRect/>
          </a:stretch>
        </p:blipFill>
        <p:spPr>
          <a:xfrm>
            <a:off x="1833903" y="938177"/>
            <a:ext cx="8131899" cy="5223320"/>
          </a:xfrm>
          <a:prstGeom prst="rect">
            <a:avLst/>
          </a:prstGeom>
        </p:spPr>
      </p:pic>
    </p:spTree>
    <p:extLst>
      <p:ext uri="{BB962C8B-B14F-4D97-AF65-F5344CB8AC3E}">
        <p14:creationId xmlns:p14="http://schemas.microsoft.com/office/powerpoint/2010/main" val="31376636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F85DDE4-0C1C-7941-1E0C-27556BE53F7D}"/>
              </a:ext>
            </a:extLst>
          </p:cNvPr>
          <p:cNvSpPr txBox="1"/>
          <p:nvPr/>
        </p:nvSpPr>
        <p:spPr>
          <a:xfrm>
            <a:off x="826142" y="1181827"/>
            <a:ext cx="9521142" cy="1154162"/>
          </a:xfrm>
          <a:prstGeom prst="rect">
            <a:avLst/>
          </a:prstGeom>
          <a:noFill/>
        </p:spPr>
        <p:txBody>
          <a:bodyPr wrap="square">
            <a:spAutoFit/>
          </a:bodyPr>
          <a:lstStyle/>
          <a:p>
            <a:endParaRPr lang="en-US" sz="1100" dirty="0"/>
          </a:p>
          <a:p>
            <a:pPr>
              <a:buFont typeface="Arial" panose="020B0604020202020204" pitchFamily="34" charset="0"/>
              <a:buChar char="•"/>
            </a:pPr>
            <a:r>
              <a:rPr lang="en-US" sz="2000" dirty="0"/>
              <a:t>  Analytical capabilities through integration with tools (e.g., Spark, Presto, Hive).</a:t>
            </a:r>
          </a:p>
          <a:p>
            <a:pPr>
              <a:buFont typeface="Arial" panose="020B0604020202020204" pitchFamily="34" charset="0"/>
              <a:buChar char="•"/>
            </a:pPr>
            <a:r>
              <a:rPr lang="en-US" sz="2000" dirty="0"/>
              <a:t>  Visualization and reporting tools connected directly to NoSQL. </a:t>
            </a:r>
          </a:p>
          <a:p>
            <a:endParaRPr lang="en-US" dirty="0"/>
          </a:p>
        </p:txBody>
      </p:sp>
      <p:sp>
        <p:nvSpPr>
          <p:cNvPr id="9" name="Title 1">
            <a:extLst>
              <a:ext uri="{FF2B5EF4-FFF2-40B4-BE49-F238E27FC236}">
                <a16:creationId xmlns:a16="http://schemas.microsoft.com/office/drawing/2014/main" id="{C8E18DB7-4711-EB3C-447B-05DA7BCA55A9}"/>
              </a:ext>
            </a:extLst>
          </p:cNvPr>
          <p:cNvSpPr txBox="1">
            <a:spLocks/>
          </p:cNvSpPr>
          <p:nvPr/>
        </p:nvSpPr>
        <p:spPr>
          <a:xfrm>
            <a:off x="664098" y="15200"/>
            <a:ext cx="11527902"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atin typeface="Söhne"/>
              </a:rPr>
              <a:t>How NoSQL fits as a Data Warehouse ?</a:t>
            </a:r>
            <a:endParaRPr lang="en-PS" dirty="0"/>
          </a:p>
        </p:txBody>
      </p:sp>
      <p:pic>
        <p:nvPicPr>
          <p:cNvPr id="6146" name="Picture 2" descr="Understanding Real-Time Data Streaming with Amazon Kinesis | by Bharat  Bhushan Nautiyal | Medium">
            <a:extLst>
              <a:ext uri="{FF2B5EF4-FFF2-40B4-BE49-F238E27FC236}">
                <a16:creationId xmlns:a16="http://schemas.microsoft.com/office/drawing/2014/main" id="{582BF34D-1362-D5CC-CD61-F011C0DDE6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5023" y="3028762"/>
            <a:ext cx="3151690" cy="1654637"/>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Presto: Free, Open-Source SQL Query Engine for any Data">
            <a:extLst>
              <a:ext uri="{FF2B5EF4-FFF2-40B4-BE49-F238E27FC236}">
                <a16:creationId xmlns:a16="http://schemas.microsoft.com/office/drawing/2014/main" id="{121CF2FD-7D83-101D-5669-CC3A2D16C9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13983" y="2845727"/>
            <a:ext cx="3266972" cy="1837672"/>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descr="FUNDAMENTALS OF APACHE HIVE. Introduction To Apache Hive | by Mert Goktas |  Huawei Developers | Medium">
            <a:extLst>
              <a:ext uri="{FF2B5EF4-FFF2-40B4-BE49-F238E27FC236}">
                <a16:creationId xmlns:a16="http://schemas.microsoft.com/office/drawing/2014/main" id="{C220EE54-B343-BAF3-0317-2275FD07430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44530" y="4871879"/>
            <a:ext cx="4702939" cy="18376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875719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303762F9-C169-1810-704E-700319D0DAD0}"/>
              </a:ext>
            </a:extLst>
          </p:cNvPr>
          <p:cNvSpPr txBox="1"/>
          <p:nvPr/>
        </p:nvSpPr>
        <p:spPr>
          <a:xfrm>
            <a:off x="664098" y="1582340"/>
            <a:ext cx="9213449" cy="3693319"/>
          </a:xfrm>
          <a:prstGeom prst="rect">
            <a:avLst/>
          </a:prstGeom>
          <a:noFill/>
        </p:spPr>
        <p:txBody>
          <a:bodyPr wrap="square">
            <a:spAutoFit/>
          </a:bodyPr>
          <a:lstStyle/>
          <a:p>
            <a:br>
              <a:rPr lang="en-US" dirty="0"/>
            </a:br>
            <a:r>
              <a:rPr lang="en-US" b="1" dirty="0"/>
              <a:t>Applications</a:t>
            </a:r>
            <a:r>
              <a:rPr lang="en-US" dirty="0"/>
              <a:t>:</a:t>
            </a:r>
          </a:p>
          <a:p>
            <a:endParaRPr lang="en-US" dirty="0"/>
          </a:p>
          <a:p>
            <a:pPr>
              <a:buFont typeface="Arial" panose="020B0604020202020204" pitchFamily="34" charset="0"/>
              <a:buChar char="•"/>
            </a:pPr>
            <a:r>
              <a:rPr lang="en-US" dirty="0"/>
              <a:t>  </a:t>
            </a:r>
            <a:r>
              <a:rPr lang="en-US" b="1" dirty="0"/>
              <a:t>E-commerce</a:t>
            </a:r>
            <a:r>
              <a:rPr lang="en-US" dirty="0"/>
              <a:t>: Personalization and recommendation engines.</a:t>
            </a:r>
          </a:p>
          <a:p>
            <a:pPr>
              <a:buFont typeface="Arial" panose="020B0604020202020204" pitchFamily="34" charset="0"/>
              <a:buChar char="•"/>
            </a:pPr>
            <a:r>
              <a:rPr lang="en-US" dirty="0"/>
              <a:t>  </a:t>
            </a:r>
            <a:r>
              <a:rPr lang="en-US" b="1" dirty="0"/>
              <a:t>IoT</a:t>
            </a:r>
            <a:r>
              <a:rPr lang="en-US" dirty="0"/>
              <a:t>: Storing and analyzing real-time sensor data.</a:t>
            </a:r>
          </a:p>
          <a:p>
            <a:pPr>
              <a:buFont typeface="Arial" panose="020B0604020202020204" pitchFamily="34" charset="0"/>
              <a:buChar char="•"/>
            </a:pPr>
            <a:r>
              <a:rPr lang="en-US" dirty="0"/>
              <a:t>  </a:t>
            </a:r>
            <a:r>
              <a:rPr lang="en-US" b="1" dirty="0"/>
              <a:t>Social Media</a:t>
            </a:r>
            <a:r>
              <a:rPr lang="en-US" dirty="0"/>
              <a:t>: User interaction analytics.</a:t>
            </a:r>
          </a:p>
          <a:p>
            <a:endParaRPr lang="en-US" dirty="0"/>
          </a:p>
          <a:p>
            <a:r>
              <a:rPr lang="en-US" b="1" dirty="0"/>
              <a:t>Challenges</a:t>
            </a:r>
            <a:r>
              <a:rPr lang="en-US" dirty="0"/>
              <a:t>:</a:t>
            </a:r>
          </a:p>
          <a:p>
            <a:endParaRPr lang="en-US" dirty="0"/>
          </a:p>
          <a:p>
            <a:pPr>
              <a:buFont typeface="Arial" panose="020B0604020202020204" pitchFamily="34" charset="0"/>
              <a:buChar char="•"/>
            </a:pPr>
            <a:r>
              <a:rPr lang="en-US" dirty="0"/>
              <a:t> </a:t>
            </a:r>
            <a:r>
              <a:rPr lang="en-US" b="1" dirty="0"/>
              <a:t> Querying</a:t>
            </a:r>
            <a:r>
              <a:rPr lang="en-US" dirty="0"/>
              <a:t>: Limited SQL-like querying in some NoSQL systems.</a:t>
            </a:r>
          </a:p>
          <a:p>
            <a:pPr>
              <a:buFont typeface="Arial" panose="020B0604020202020204" pitchFamily="34" charset="0"/>
              <a:buChar char="•"/>
            </a:pPr>
            <a:r>
              <a:rPr lang="en-US" dirty="0"/>
              <a:t>  </a:t>
            </a:r>
            <a:r>
              <a:rPr lang="en-US" b="1" dirty="0"/>
              <a:t>Data Consistency</a:t>
            </a:r>
            <a:r>
              <a:rPr lang="en-US" dirty="0"/>
              <a:t>: Eventual consistency may not suit all use cases.</a:t>
            </a:r>
          </a:p>
          <a:p>
            <a:pPr>
              <a:buFont typeface="Arial" panose="020B0604020202020204" pitchFamily="34" charset="0"/>
              <a:buChar char="•"/>
            </a:pPr>
            <a:r>
              <a:rPr lang="en-US" dirty="0"/>
              <a:t>  </a:t>
            </a:r>
            <a:r>
              <a:rPr lang="en-US" b="1" dirty="0"/>
              <a:t>Expertise</a:t>
            </a:r>
            <a:r>
              <a:rPr lang="en-US" dirty="0"/>
              <a:t>: Learning curve for designing and optimizing NoSQL for analytics.</a:t>
            </a:r>
          </a:p>
          <a:p>
            <a:endParaRPr lang="en-US" dirty="0"/>
          </a:p>
        </p:txBody>
      </p:sp>
      <p:sp>
        <p:nvSpPr>
          <p:cNvPr id="8" name="Title 1">
            <a:extLst>
              <a:ext uri="{FF2B5EF4-FFF2-40B4-BE49-F238E27FC236}">
                <a16:creationId xmlns:a16="http://schemas.microsoft.com/office/drawing/2014/main" id="{726715EB-21A9-4F0F-4D3D-EE7F7A73127A}"/>
              </a:ext>
            </a:extLst>
          </p:cNvPr>
          <p:cNvSpPr txBox="1">
            <a:spLocks/>
          </p:cNvSpPr>
          <p:nvPr/>
        </p:nvSpPr>
        <p:spPr>
          <a:xfrm>
            <a:off x="664098" y="15200"/>
            <a:ext cx="11527902"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atin typeface="Söhne"/>
              </a:rPr>
              <a:t>Use Cases and Challenges</a:t>
            </a:r>
            <a:endParaRPr lang="en-PS" dirty="0"/>
          </a:p>
        </p:txBody>
      </p:sp>
    </p:spTree>
    <p:extLst>
      <p:ext uri="{BB962C8B-B14F-4D97-AF65-F5344CB8AC3E}">
        <p14:creationId xmlns:p14="http://schemas.microsoft.com/office/powerpoint/2010/main" val="19011833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2DBA90-E63F-504B-CAB7-0B34F99FF6A0}"/>
              </a:ext>
            </a:extLst>
          </p:cNvPr>
          <p:cNvSpPr>
            <a:spLocks noGrp="1"/>
          </p:cNvSpPr>
          <p:nvPr>
            <p:ph type="title"/>
          </p:nvPr>
        </p:nvSpPr>
        <p:spPr>
          <a:xfrm>
            <a:off x="664098" y="935649"/>
            <a:ext cx="10515600" cy="1325563"/>
          </a:xfrm>
        </p:spPr>
        <p:txBody>
          <a:bodyPr>
            <a:noAutofit/>
          </a:bodyPr>
          <a:lstStyle/>
          <a:p>
            <a:r>
              <a:rPr lang="en-US" sz="3200" b="1" dirty="0"/>
              <a:t>Real-Time Customer Personalization in E-Commerce</a:t>
            </a:r>
            <a:br>
              <a:rPr lang="en-US" sz="3200" b="1" dirty="0"/>
            </a:br>
            <a:endParaRPr lang="en-PS" sz="3200" b="1" dirty="0"/>
          </a:p>
        </p:txBody>
      </p:sp>
      <p:sp>
        <p:nvSpPr>
          <p:cNvPr id="3" name="Content Placeholder 2">
            <a:extLst>
              <a:ext uri="{FF2B5EF4-FFF2-40B4-BE49-F238E27FC236}">
                <a16:creationId xmlns:a16="http://schemas.microsoft.com/office/drawing/2014/main" id="{14784966-7678-4879-238D-5EC65F817C96}"/>
              </a:ext>
            </a:extLst>
          </p:cNvPr>
          <p:cNvSpPr>
            <a:spLocks noGrp="1"/>
          </p:cNvSpPr>
          <p:nvPr>
            <p:ph idx="1"/>
          </p:nvPr>
        </p:nvSpPr>
        <p:spPr>
          <a:xfrm>
            <a:off x="838200" y="1837199"/>
            <a:ext cx="10515600" cy="4351338"/>
          </a:xfrm>
        </p:spPr>
        <p:txBody>
          <a:bodyPr>
            <a:normAutofit fontScale="62500" lnSpcReduction="20000"/>
          </a:bodyPr>
          <a:lstStyle/>
          <a:p>
            <a:r>
              <a:rPr lang="en-US" b="1" dirty="0"/>
              <a:t>Scenario</a:t>
            </a:r>
            <a:r>
              <a:rPr lang="en-US" dirty="0"/>
              <a:t>:</a:t>
            </a:r>
          </a:p>
          <a:p>
            <a:pPr marL="0" indent="0">
              <a:buNone/>
            </a:pPr>
            <a:br>
              <a:rPr lang="en-US" dirty="0"/>
            </a:br>
            <a:r>
              <a:rPr lang="en-US" dirty="0"/>
              <a:t>An e-commerce platform needs to analyze vast amounts of customer behavior data, including clicks, purchases, and product views, to provide real-time personalized recommendations. The system must scale dynamically during peak shopping seasons (e.g., Black Friday) without performance bottlenecks.</a:t>
            </a:r>
          </a:p>
          <a:p>
            <a:r>
              <a:rPr lang="en-US" b="1" dirty="0"/>
              <a:t>Solution</a:t>
            </a:r>
            <a:r>
              <a:rPr lang="en-US" dirty="0"/>
              <a:t>:</a:t>
            </a:r>
          </a:p>
          <a:p>
            <a:pPr marL="0" indent="0">
              <a:buNone/>
            </a:pPr>
            <a:br>
              <a:rPr lang="en-US" dirty="0"/>
            </a:br>
            <a:r>
              <a:rPr lang="en-US" dirty="0"/>
              <a:t>A NoSQL database like MongoDB or Cassandra serves as the central data store for user activity logs. The data warehouse is integrated with real-time analytics tools (e.g., Spark Streaming) to process data instantly and generate personalized recommendations displayed to users during their browsing session.</a:t>
            </a:r>
          </a:p>
          <a:p>
            <a:pPr marL="0" indent="0">
              <a:buNone/>
            </a:pPr>
            <a:endParaRPr lang="en-US" dirty="0"/>
          </a:p>
          <a:p>
            <a:r>
              <a:rPr lang="en-US" b="1" dirty="0"/>
              <a:t>Benefits</a:t>
            </a:r>
            <a:r>
              <a:rPr lang="en-US" dirty="0"/>
              <a:t>:</a:t>
            </a:r>
          </a:p>
          <a:p>
            <a:pPr marL="0" indent="0">
              <a:buNone/>
            </a:pPr>
            <a:r>
              <a:rPr lang="en-US" dirty="0"/>
              <a:t>1- High scalability: Can handle millions of simultaneous users.</a:t>
            </a:r>
          </a:p>
          <a:p>
            <a:pPr marL="0" indent="0">
              <a:buNone/>
            </a:pPr>
            <a:r>
              <a:rPr lang="en-US" dirty="0"/>
              <a:t>2- Low latency: Enables real-time insights for improved customer experience.</a:t>
            </a:r>
          </a:p>
          <a:p>
            <a:endParaRPr lang="en-PS" dirty="0"/>
          </a:p>
        </p:txBody>
      </p:sp>
      <p:sp>
        <p:nvSpPr>
          <p:cNvPr id="4" name="Title 1">
            <a:extLst>
              <a:ext uri="{FF2B5EF4-FFF2-40B4-BE49-F238E27FC236}">
                <a16:creationId xmlns:a16="http://schemas.microsoft.com/office/drawing/2014/main" id="{EEE78CB3-6D51-2F7B-C7CB-49FC515B3364}"/>
              </a:ext>
            </a:extLst>
          </p:cNvPr>
          <p:cNvSpPr txBox="1">
            <a:spLocks/>
          </p:cNvSpPr>
          <p:nvPr/>
        </p:nvSpPr>
        <p:spPr>
          <a:xfrm>
            <a:off x="664098" y="15200"/>
            <a:ext cx="11527902"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atin typeface="Söhne"/>
              </a:rPr>
              <a:t>Use Case-1</a:t>
            </a:r>
            <a:endParaRPr lang="en-PS" dirty="0"/>
          </a:p>
        </p:txBody>
      </p:sp>
    </p:spTree>
    <p:extLst>
      <p:ext uri="{BB962C8B-B14F-4D97-AF65-F5344CB8AC3E}">
        <p14:creationId xmlns:p14="http://schemas.microsoft.com/office/powerpoint/2010/main" val="31111897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9E7C161-3219-F78E-E838-2CE824A4DF55}"/>
              </a:ext>
            </a:extLst>
          </p:cNvPr>
          <p:cNvSpPr>
            <a:spLocks noGrp="1"/>
          </p:cNvSpPr>
          <p:nvPr>
            <p:ph idx="1"/>
          </p:nvPr>
        </p:nvSpPr>
        <p:spPr>
          <a:xfrm>
            <a:off x="919704" y="1786681"/>
            <a:ext cx="10515600" cy="4351338"/>
          </a:xfrm>
        </p:spPr>
        <p:txBody>
          <a:bodyPr>
            <a:normAutofit fontScale="70000" lnSpcReduction="20000"/>
          </a:bodyPr>
          <a:lstStyle/>
          <a:p>
            <a:r>
              <a:rPr lang="en-US" b="1" dirty="0"/>
              <a:t>Scenario</a:t>
            </a:r>
            <a:r>
              <a:rPr lang="en-US" dirty="0"/>
              <a:t>:</a:t>
            </a:r>
          </a:p>
          <a:p>
            <a:pPr marL="0" indent="0">
              <a:buNone/>
            </a:pPr>
            <a:br>
              <a:rPr lang="en-US" dirty="0"/>
            </a:br>
            <a:r>
              <a:rPr lang="en-US" dirty="0"/>
              <a:t>A smart city initiative collects data from thousands of IoT sensors deployed across traffic signals, parking meters, and environmental monitoring devices. This data must be aggregated and analyzed to optimize traffic flow, reduce pollution, and improve city operations.</a:t>
            </a:r>
          </a:p>
          <a:p>
            <a:pPr marL="0" indent="0">
              <a:buNone/>
            </a:pPr>
            <a:endParaRPr lang="en-US" sz="1300" dirty="0"/>
          </a:p>
          <a:p>
            <a:r>
              <a:rPr lang="en-US" b="1" dirty="0"/>
              <a:t>Solution</a:t>
            </a:r>
            <a:r>
              <a:rPr lang="en-US" dirty="0"/>
              <a:t>:</a:t>
            </a:r>
          </a:p>
          <a:p>
            <a:pPr marL="0" indent="0">
              <a:buNone/>
            </a:pPr>
            <a:br>
              <a:rPr lang="en-US" dirty="0"/>
            </a:br>
            <a:r>
              <a:rPr lang="en-US" dirty="0"/>
              <a:t>A NoSQL database like Amazon DynamoDB or Couchbase is used as a data warehouse to store and process sensor data. This system integrates with machine learning models to predict traffic patterns and suggest real-time adjustments to traffic signals, reducing congestion.</a:t>
            </a:r>
          </a:p>
          <a:p>
            <a:pPr marL="0" indent="0">
              <a:buNone/>
            </a:pPr>
            <a:endParaRPr lang="en-US" sz="1400" dirty="0"/>
          </a:p>
          <a:p>
            <a:r>
              <a:rPr lang="en-US" b="1" dirty="0"/>
              <a:t>Benefits</a:t>
            </a:r>
            <a:r>
              <a:rPr lang="en-US" dirty="0"/>
              <a:t>:</a:t>
            </a:r>
          </a:p>
          <a:p>
            <a:pPr marL="0" indent="0">
              <a:buNone/>
            </a:pPr>
            <a:r>
              <a:rPr lang="en-US" dirty="0"/>
              <a:t>1- Scalable ingestion: Handles massive amounts of time-series data from IoT devices.</a:t>
            </a:r>
          </a:p>
          <a:p>
            <a:pPr marL="0" indent="0">
              <a:buNone/>
            </a:pPr>
            <a:r>
              <a:rPr lang="en-US" dirty="0"/>
              <a:t>2- Flexible schema: Adapts to diverse sensor data formats without requiring schema redesign.</a:t>
            </a:r>
          </a:p>
          <a:p>
            <a:pPr marL="0" indent="0">
              <a:buNone/>
            </a:pPr>
            <a:endParaRPr lang="en-PS" dirty="0"/>
          </a:p>
        </p:txBody>
      </p:sp>
      <p:sp>
        <p:nvSpPr>
          <p:cNvPr id="4" name="Title 1">
            <a:extLst>
              <a:ext uri="{FF2B5EF4-FFF2-40B4-BE49-F238E27FC236}">
                <a16:creationId xmlns:a16="http://schemas.microsoft.com/office/drawing/2014/main" id="{F994876F-D18C-22DF-9B92-92450BC6DC58}"/>
              </a:ext>
            </a:extLst>
          </p:cNvPr>
          <p:cNvSpPr txBox="1">
            <a:spLocks/>
          </p:cNvSpPr>
          <p:nvPr/>
        </p:nvSpPr>
        <p:spPr>
          <a:xfrm>
            <a:off x="664098" y="15200"/>
            <a:ext cx="11527902"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atin typeface="Söhne"/>
              </a:rPr>
              <a:t>Use Case-2</a:t>
            </a:r>
            <a:endParaRPr lang="en-PS" dirty="0"/>
          </a:p>
        </p:txBody>
      </p:sp>
      <p:sp>
        <p:nvSpPr>
          <p:cNvPr id="5" name="Title 1">
            <a:extLst>
              <a:ext uri="{FF2B5EF4-FFF2-40B4-BE49-F238E27FC236}">
                <a16:creationId xmlns:a16="http://schemas.microsoft.com/office/drawing/2014/main" id="{7E266E3A-437A-362C-2CAA-E23A54F5C94C}"/>
              </a:ext>
            </a:extLst>
          </p:cNvPr>
          <p:cNvSpPr txBox="1">
            <a:spLocks/>
          </p:cNvSpPr>
          <p:nvPr/>
        </p:nvSpPr>
        <p:spPr>
          <a:xfrm>
            <a:off x="664098" y="719981"/>
            <a:ext cx="10515600" cy="13255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t>IoT Analytics for Smart Cities </a:t>
            </a:r>
            <a:endParaRPr lang="en-PS" sz="3200" b="1" dirty="0"/>
          </a:p>
        </p:txBody>
      </p:sp>
    </p:spTree>
    <p:extLst>
      <p:ext uri="{BB962C8B-B14F-4D97-AF65-F5344CB8AC3E}">
        <p14:creationId xmlns:p14="http://schemas.microsoft.com/office/powerpoint/2010/main" val="16770864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53BF89C-E6D7-4252-3A4D-5850493E2000}"/>
              </a:ext>
            </a:extLst>
          </p:cNvPr>
          <p:cNvSpPr>
            <a:spLocks noGrp="1"/>
          </p:cNvSpPr>
          <p:nvPr>
            <p:ph idx="1"/>
          </p:nvPr>
        </p:nvSpPr>
        <p:spPr>
          <a:xfrm>
            <a:off x="745602" y="1825625"/>
            <a:ext cx="10515600" cy="4351338"/>
          </a:xfrm>
        </p:spPr>
        <p:txBody>
          <a:bodyPr>
            <a:normAutofit fontScale="62500" lnSpcReduction="20000"/>
          </a:bodyPr>
          <a:lstStyle/>
          <a:p>
            <a:pPr marL="0" indent="0">
              <a:buNone/>
            </a:pPr>
            <a:r>
              <a:rPr lang="en-US" sz="2400" dirty="0"/>
              <a:t>Effective governance and robust backup strategies are critical for managing user access and ensuring data warehouse reliability.</a:t>
            </a:r>
          </a:p>
          <a:p>
            <a:pPr marL="0" indent="0">
              <a:buNone/>
            </a:pPr>
            <a:endParaRPr lang="en-US" b="1" dirty="0"/>
          </a:p>
          <a:p>
            <a:pPr>
              <a:buFont typeface="Arial" panose="020B0604020202020204" pitchFamily="34" charset="0"/>
              <a:buChar char="•"/>
            </a:pPr>
            <a:r>
              <a:rPr lang="en-US" b="1" dirty="0"/>
              <a:t>Role-Based Access Control (RBAC)</a:t>
            </a:r>
            <a:r>
              <a:rPr lang="en-US" dirty="0"/>
              <a:t>:</a:t>
            </a:r>
          </a:p>
          <a:p>
            <a:pPr marL="0" indent="0">
              <a:buNone/>
            </a:pPr>
            <a:endParaRPr lang="en-US" sz="400" dirty="0"/>
          </a:p>
          <a:p>
            <a:pPr marL="742950" lvl="1" indent="-285750">
              <a:buFont typeface="Arial" panose="020B0604020202020204" pitchFamily="34" charset="0"/>
              <a:buChar char="•"/>
            </a:pPr>
            <a:r>
              <a:rPr lang="en-US" dirty="0"/>
              <a:t>Grant users access based on their role (e.g., analyst, admin).</a:t>
            </a:r>
          </a:p>
          <a:p>
            <a:pPr marL="742950" lvl="1" indent="-285750">
              <a:buFont typeface="Arial" panose="020B0604020202020204" pitchFamily="34" charset="0"/>
              <a:buChar char="•"/>
            </a:pPr>
            <a:r>
              <a:rPr lang="en-US" dirty="0"/>
              <a:t>Minimize over-permissions.</a:t>
            </a:r>
          </a:p>
          <a:p>
            <a:pPr marL="742950" lvl="1" indent="-285750">
              <a:buFont typeface="Arial" panose="020B0604020202020204" pitchFamily="34" charset="0"/>
              <a:buChar char="•"/>
            </a:pPr>
            <a:endParaRPr lang="en-US" sz="1600" dirty="0"/>
          </a:p>
          <a:p>
            <a:pPr>
              <a:buFont typeface="Arial" panose="020B0604020202020204" pitchFamily="34" charset="0"/>
              <a:buChar char="•"/>
            </a:pPr>
            <a:r>
              <a:rPr lang="en-US" b="1" dirty="0"/>
              <a:t>Data Classification</a:t>
            </a:r>
            <a:r>
              <a:rPr lang="en-US" dirty="0"/>
              <a:t>:</a:t>
            </a:r>
          </a:p>
          <a:p>
            <a:pPr>
              <a:buFont typeface="Arial" panose="020B0604020202020204" pitchFamily="34" charset="0"/>
              <a:buChar char="•"/>
            </a:pPr>
            <a:endParaRPr lang="en-US" sz="400" dirty="0"/>
          </a:p>
          <a:p>
            <a:pPr marL="742950" lvl="1" indent="-285750">
              <a:buFont typeface="Arial" panose="020B0604020202020204" pitchFamily="34" charset="0"/>
              <a:buChar char="•"/>
            </a:pPr>
            <a:r>
              <a:rPr lang="en-US" dirty="0"/>
              <a:t>Define access levels for sensitive vs non-sensitive data.</a:t>
            </a:r>
          </a:p>
          <a:p>
            <a:pPr marL="457200" lvl="1" indent="0">
              <a:buNone/>
            </a:pPr>
            <a:endParaRPr lang="en-US" sz="1300" dirty="0"/>
          </a:p>
          <a:p>
            <a:pPr>
              <a:buFont typeface="Arial" panose="020B0604020202020204" pitchFamily="34" charset="0"/>
              <a:buChar char="•"/>
            </a:pPr>
            <a:r>
              <a:rPr lang="en-US" b="1" dirty="0"/>
              <a:t>Auditing and Monitoring</a:t>
            </a:r>
            <a:r>
              <a:rPr lang="en-US" dirty="0"/>
              <a:t>:</a:t>
            </a:r>
          </a:p>
          <a:p>
            <a:pPr marL="0" indent="0">
              <a:buNone/>
            </a:pPr>
            <a:endParaRPr lang="en-US" sz="100" dirty="0"/>
          </a:p>
          <a:p>
            <a:pPr marL="742950" lvl="1" indent="-285750">
              <a:buFont typeface="Arial" panose="020B0604020202020204" pitchFamily="34" charset="0"/>
              <a:buChar char="•"/>
            </a:pPr>
            <a:r>
              <a:rPr lang="en-US" dirty="0"/>
              <a:t>Track user activities to ensure compliance and detect anomalies.</a:t>
            </a:r>
          </a:p>
          <a:p>
            <a:pPr marL="457200" lvl="1" indent="0">
              <a:buNone/>
            </a:pPr>
            <a:endParaRPr lang="en-US" dirty="0"/>
          </a:p>
          <a:p>
            <a:pPr>
              <a:buFont typeface="Arial" panose="020B0604020202020204" pitchFamily="34" charset="0"/>
              <a:buChar char="•"/>
            </a:pPr>
            <a:r>
              <a:rPr lang="en-US" b="1" dirty="0"/>
              <a:t>Compliance</a:t>
            </a:r>
            <a:r>
              <a:rPr lang="en-US" dirty="0"/>
              <a:t>:</a:t>
            </a:r>
          </a:p>
          <a:p>
            <a:pPr marL="0" indent="0">
              <a:buNone/>
            </a:pPr>
            <a:endParaRPr lang="en-US" sz="200" dirty="0"/>
          </a:p>
          <a:p>
            <a:pPr marL="742950" lvl="1" indent="-285750">
              <a:buFont typeface="Arial" panose="020B0604020202020204" pitchFamily="34" charset="0"/>
              <a:buChar char="•"/>
            </a:pPr>
            <a:r>
              <a:rPr lang="en-US" dirty="0"/>
              <a:t>Align with regulations like GDPR, HIPAA, etc.</a:t>
            </a:r>
            <a:endParaRPr lang="en-PS" dirty="0"/>
          </a:p>
        </p:txBody>
      </p:sp>
      <p:sp>
        <p:nvSpPr>
          <p:cNvPr id="4" name="Title 1">
            <a:extLst>
              <a:ext uri="{FF2B5EF4-FFF2-40B4-BE49-F238E27FC236}">
                <a16:creationId xmlns:a16="http://schemas.microsoft.com/office/drawing/2014/main" id="{FDFC9040-9FFD-265B-6238-15AE5B5FE6AC}"/>
              </a:ext>
            </a:extLst>
          </p:cNvPr>
          <p:cNvSpPr txBox="1">
            <a:spLocks/>
          </p:cNvSpPr>
          <p:nvPr/>
        </p:nvSpPr>
        <p:spPr>
          <a:xfrm>
            <a:off x="664098" y="258269"/>
            <a:ext cx="11527902"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atin typeface="Söhne"/>
              </a:rPr>
              <a:t>Data Warehouse Governance </a:t>
            </a:r>
          </a:p>
          <a:p>
            <a:r>
              <a:rPr lang="en-US" b="1" dirty="0">
                <a:latin typeface="Söhne"/>
              </a:rPr>
              <a:t>and Backup Strategies </a:t>
            </a:r>
            <a:endParaRPr lang="en-PS" dirty="0"/>
          </a:p>
        </p:txBody>
      </p:sp>
    </p:spTree>
    <p:extLst>
      <p:ext uri="{BB962C8B-B14F-4D97-AF65-F5344CB8AC3E}">
        <p14:creationId xmlns:p14="http://schemas.microsoft.com/office/powerpoint/2010/main" val="42485523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00A96E7-0981-6088-045A-AD179E1C9359}"/>
              </a:ext>
            </a:extLst>
          </p:cNvPr>
          <p:cNvSpPr>
            <a:spLocks noGrp="1"/>
          </p:cNvSpPr>
          <p:nvPr>
            <p:ph idx="1"/>
          </p:nvPr>
        </p:nvSpPr>
        <p:spPr>
          <a:xfrm>
            <a:off x="664098" y="1802476"/>
            <a:ext cx="10515600" cy="4351338"/>
          </a:xfrm>
        </p:spPr>
        <p:txBody>
          <a:bodyPr>
            <a:normAutofit lnSpcReduction="10000"/>
          </a:bodyPr>
          <a:lstStyle/>
          <a:p>
            <a:pPr>
              <a:buFont typeface="Arial" panose="020B0604020202020204" pitchFamily="34" charset="0"/>
              <a:buChar char="•"/>
            </a:pPr>
            <a:r>
              <a:rPr lang="en-US" b="1" dirty="0"/>
              <a:t>Hardware Backup</a:t>
            </a:r>
            <a:r>
              <a:rPr lang="en-US" dirty="0"/>
              <a:t>:</a:t>
            </a:r>
          </a:p>
          <a:p>
            <a:pPr marL="742950" lvl="1" indent="-285750">
              <a:buFont typeface="Arial" panose="020B0604020202020204" pitchFamily="34" charset="0"/>
              <a:buChar char="•"/>
            </a:pPr>
            <a:r>
              <a:rPr lang="en-US" dirty="0"/>
              <a:t>Deploy redundant servers and storage devices across data centers.</a:t>
            </a:r>
          </a:p>
          <a:p>
            <a:pPr marL="457200" lvl="1" indent="0">
              <a:buNone/>
            </a:pPr>
            <a:endParaRPr lang="en-US" dirty="0"/>
          </a:p>
          <a:p>
            <a:pPr>
              <a:buFont typeface="Arial" panose="020B0604020202020204" pitchFamily="34" charset="0"/>
              <a:buChar char="•"/>
            </a:pPr>
            <a:r>
              <a:rPr lang="en-US" b="1" dirty="0"/>
              <a:t>Software Backup</a:t>
            </a:r>
            <a:r>
              <a:rPr lang="en-US" dirty="0"/>
              <a:t>:</a:t>
            </a:r>
          </a:p>
          <a:p>
            <a:pPr marL="742950" lvl="1" indent="-285750">
              <a:buFont typeface="Arial" panose="020B0604020202020204" pitchFamily="34" charset="0"/>
              <a:buChar char="•"/>
            </a:pPr>
            <a:r>
              <a:rPr lang="en-US" dirty="0"/>
              <a:t>Periodic full and incremental backups using specialized tools.</a:t>
            </a:r>
          </a:p>
          <a:p>
            <a:pPr marL="742950" lvl="1" indent="-285750">
              <a:buFont typeface="Arial" panose="020B0604020202020204" pitchFamily="34" charset="0"/>
              <a:buChar char="•"/>
            </a:pPr>
            <a:r>
              <a:rPr lang="en-US" dirty="0"/>
              <a:t>Store backups in multiple locations (on-premises and cloud).</a:t>
            </a:r>
          </a:p>
          <a:p>
            <a:pPr marL="457200" lvl="1" indent="0">
              <a:buNone/>
            </a:pPr>
            <a:endParaRPr lang="en-US" dirty="0"/>
          </a:p>
          <a:p>
            <a:pPr>
              <a:buFont typeface="Arial" panose="020B0604020202020204" pitchFamily="34" charset="0"/>
              <a:buChar char="•"/>
            </a:pPr>
            <a:r>
              <a:rPr lang="en-US" b="1" dirty="0"/>
              <a:t>Disaster Recovery Plan</a:t>
            </a:r>
            <a:r>
              <a:rPr lang="en-US" dirty="0"/>
              <a:t>:</a:t>
            </a:r>
          </a:p>
          <a:p>
            <a:pPr marL="742950" lvl="1" indent="-285750">
              <a:buFont typeface="Arial" panose="020B0604020202020204" pitchFamily="34" charset="0"/>
              <a:buChar char="•"/>
            </a:pPr>
            <a:r>
              <a:rPr lang="en-US" dirty="0"/>
              <a:t>Test backup restoration regularly.</a:t>
            </a:r>
          </a:p>
          <a:p>
            <a:pPr marL="742950" lvl="1" indent="-285750">
              <a:buFont typeface="Arial" panose="020B0604020202020204" pitchFamily="34" charset="0"/>
              <a:buChar char="•"/>
            </a:pPr>
            <a:r>
              <a:rPr lang="en-US" dirty="0"/>
              <a:t>Maintain a detailed recovery time objective (RTO) and recovery point objective (RPO).</a:t>
            </a:r>
          </a:p>
          <a:p>
            <a:pPr marL="0" indent="0">
              <a:buNone/>
            </a:pPr>
            <a:endParaRPr lang="en-PS" dirty="0"/>
          </a:p>
        </p:txBody>
      </p:sp>
      <p:sp>
        <p:nvSpPr>
          <p:cNvPr id="4" name="Title 1">
            <a:extLst>
              <a:ext uri="{FF2B5EF4-FFF2-40B4-BE49-F238E27FC236}">
                <a16:creationId xmlns:a16="http://schemas.microsoft.com/office/drawing/2014/main" id="{ECA23794-4028-D872-7127-50D5E4935BA9}"/>
              </a:ext>
            </a:extLst>
          </p:cNvPr>
          <p:cNvSpPr txBox="1">
            <a:spLocks/>
          </p:cNvSpPr>
          <p:nvPr/>
        </p:nvSpPr>
        <p:spPr>
          <a:xfrm>
            <a:off x="664098" y="258269"/>
            <a:ext cx="11527902"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atin typeface="Söhne"/>
              </a:rPr>
              <a:t>Data Warehouse Backup </a:t>
            </a:r>
            <a:r>
              <a:rPr lang="en-PS" b="1" dirty="0">
                <a:latin typeface="Söhne"/>
              </a:rPr>
              <a:t>– Hardware and Software Backup</a:t>
            </a:r>
            <a:endParaRPr lang="en-US" b="1" dirty="0">
              <a:latin typeface="Söhne"/>
            </a:endParaRPr>
          </a:p>
        </p:txBody>
      </p:sp>
    </p:spTree>
    <p:extLst>
      <p:ext uri="{BB962C8B-B14F-4D97-AF65-F5344CB8AC3E}">
        <p14:creationId xmlns:p14="http://schemas.microsoft.com/office/powerpoint/2010/main" val="38145786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A7111F-45B2-62F7-279B-B7A58DC92057}"/>
              </a:ext>
            </a:extLst>
          </p:cNvPr>
          <p:cNvSpPr>
            <a:spLocks noGrp="1"/>
          </p:cNvSpPr>
          <p:nvPr>
            <p:ph idx="1"/>
          </p:nvPr>
        </p:nvSpPr>
        <p:spPr>
          <a:xfrm>
            <a:off x="745602" y="1583832"/>
            <a:ext cx="10515600" cy="4653023"/>
          </a:xfrm>
        </p:spPr>
        <p:txBody>
          <a:bodyPr>
            <a:normAutofit/>
          </a:bodyPr>
          <a:lstStyle/>
          <a:p>
            <a:pPr>
              <a:buFont typeface="Arial" panose="020B0604020202020204" pitchFamily="34" charset="0"/>
              <a:buChar char="•"/>
            </a:pPr>
            <a:r>
              <a:rPr lang="en-US" b="1" dirty="0"/>
              <a:t>Why Data Cleaning?</a:t>
            </a:r>
          </a:p>
          <a:p>
            <a:pPr marL="0" indent="0">
              <a:buNone/>
            </a:pPr>
            <a:endParaRPr lang="en-US" sz="900" dirty="0"/>
          </a:p>
          <a:p>
            <a:pPr marL="742950" lvl="1" indent="-285750">
              <a:buFont typeface="Arial" panose="020B0604020202020204" pitchFamily="34" charset="0"/>
              <a:buChar char="•"/>
            </a:pPr>
            <a:r>
              <a:rPr lang="en-US" dirty="0"/>
              <a:t>Remove inconsistencies, duplicates, and errors.</a:t>
            </a:r>
          </a:p>
          <a:p>
            <a:pPr marL="742950" lvl="1" indent="-285750">
              <a:buFont typeface="Arial" panose="020B0604020202020204" pitchFamily="34" charset="0"/>
              <a:buChar char="•"/>
            </a:pPr>
            <a:r>
              <a:rPr lang="en-US" dirty="0"/>
              <a:t>Improve data quality for reliable analytics.</a:t>
            </a:r>
          </a:p>
          <a:p>
            <a:pPr marL="457200" lvl="1" indent="0">
              <a:buNone/>
            </a:pPr>
            <a:endParaRPr lang="en-US" dirty="0"/>
          </a:p>
          <a:p>
            <a:pPr>
              <a:buFont typeface="Arial" panose="020B0604020202020204" pitchFamily="34" charset="0"/>
              <a:buChar char="•"/>
            </a:pPr>
            <a:r>
              <a:rPr lang="en-US" b="1" dirty="0"/>
              <a:t>Key Cleaning Processes</a:t>
            </a:r>
            <a:r>
              <a:rPr lang="en-US" dirty="0"/>
              <a:t>:</a:t>
            </a:r>
          </a:p>
          <a:p>
            <a:pPr marL="0" indent="0">
              <a:buNone/>
            </a:pPr>
            <a:endParaRPr lang="en-US" sz="1400" dirty="0"/>
          </a:p>
          <a:p>
            <a:pPr marL="742950" lvl="1" indent="-285750">
              <a:buFont typeface="Arial" panose="020B0604020202020204" pitchFamily="34" charset="0"/>
              <a:buChar char="•"/>
            </a:pPr>
            <a:r>
              <a:rPr lang="en-US" b="1" dirty="0"/>
              <a:t>Deduplication</a:t>
            </a:r>
            <a:r>
              <a:rPr lang="en-US" dirty="0"/>
              <a:t>: Eliminating redundant records.</a:t>
            </a:r>
          </a:p>
          <a:p>
            <a:pPr marL="742950" lvl="1" indent="-285750">
              <a:buFont typeface="Arial" panose="020B0604020202020204" pitchFamily="34" charset="0"/>
              <a:buChar char="•"/>
            </a:pPr>
            <a:r>
              <a:rPr lang="en-US" b="1" dirty="0"/>
              <a:t>Handling Missing Data</a:t>
            </a:r>
            <a:r>
              <a:rPr lang="en-US" dirty="0"/>
              <a:t>: Imputation or removal of incomplete records.</a:t>
            </a:r>
          </a:p>
          <a:p>
            <a:pPr marL="742950" lvl="1" indent="-285750">
              <a:buFont typeface="Arial" panose="020B0604020202020204" pitchFamily="34" charset="0"/>
              <a:buChar char="•"/>
            </a:pPr>
            <a:r>
              <a:rPr lang="en-US" b="1" dirty="0"/>
              <a:t>Standardization</a:t>
            </a:r>
            <a:r>
              <a:rPr lang="en-US" dirty="0"/>
              <a:t>: Consistent formatting (e.g., dates, addresses).</a:t>
            </a:r>
          </a:p>
          <a:p>
            <a:pPr marL="742950" lvl="1" indent="-285750">
              <a:buFont typeface="Arial" panose="020B0604020202020204" pitchFamily="34" charset="0"/>
              <a:buChar char="•"/>
            </a:pPr>
            <a:r>
              <a:rPr lang="en-US" b="1" dirty="0"/>
              <a:t>Validation</a:t>
            </a:r>
            <a:r>
              <a:rPr lang="en-US" dirty="0"/>
              <a:t>: Ensuring data adheres to defined rules.</a:t>
            </a:r>
          </a:p>
        </p:txBody>
      </p:sp>
      <p:sp>
        <p:nvSpPr>
          <p:cNvPr id="6" name="Title 1">
            <a:extLst>
              <a:ext uri="{FF2B5EF4-FFF2-40B4-BE49-F238E27FC236}">
                <a16:creationId xmlns:a16="http://schemas.microsoft.com/office/drawing/2014/main" id="{38D091BD-ED75-CCB3-DE5A-2989FF7D18B3}"/>
              </a:ext>
            </a:extLst>
          </p:cNvPr>
          <p:cNvSpPr txBox="1">
            <a:spLocks/>
          </p:cNvSpPr>
          <p:nvPr/>
        </p:nvSpPr>
        <p:spPr>
          <a:xfrm>
            <a:off x="664098" y="258269"/>
            <a:ext cx="11527902"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atin typeface="Söhne"/>
              </a:rPr>
              <a:t>Data Cleaning in Data Warehouses </a:t>
            </a:r>
          </a:p>
        </p:txBody>
      </p:sp>
    </p:spTree>
    <p:extLst>
      <p:ext uri="{BB962C8B-B14F-4D97-AF65-F5344CB8AC3E}">
        <p14:creationId xmlns:p14="http://schemas.microsoft.com/office/powerpoint/2010/main" val="18764437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A257D4-199A-8B50-EEB3-65A5AD3D7A27}"/>
              </a:ext>
            </a:extLst>
          </p:cNvPr>
          <p:cNvSpPr>
            <a:spLocks noGrp="1"/>
          </p:cNvSpPr>
          <p:nvPr>
            <p:ph idx="1"/>
          </p:nvPr>
        </p:nvSpPr>
        <p:spPr>
          <a:xfrm>
            <a:off x="757177" y="1698304"/>
            <a:ext cx="10515600" cy="4351338"/>
          </a:xfrm>
        </p:spPr>
        <p:txBody>
          <a:bodyPr>
            <a:normAutofit lnSpcReduction="10000"/>
          </a:bodyPr>
          <a:lstStyle/>
          <a:p>
            <a:pPr>
              <a:buFont typeface="Arial" panose="020B0604020202020204" pitchFamily="34" charset="0"/>
              <a:buChar char="•"/>
            </a:pPr>
            <a:r>
              <a:rPr lang="en-US" b="1" dirty="0"/>
              <a:t>Purpose of Data Transformation</a:t>
            </a:r>
            <a:r>
              <a:rPr lang="en-US" dirty="0"/>
              <a:t>:</a:t>
            </a:r>
          </a:p>
          <a:p>
            <a:pPr marL="0" indent="0">
              <a:buNone/>
            </a:pPr>
            <a:endParaRPr lang="en-US" sz="1100" dirty="0"/>
          </a:p>
          <a:p>
            <a:pPr marL="742950" lvl="1" indent="-285750">
              <a:buFont typeface="Arial" panose="020B0604020202020204" pitchFamily="34" charset="0"/>
              <a:buChar char="•"/>
            </a:pPr>
            <a:r>
              <a:rPr lang="en-US" dirty="0"/>
              <a:t>Convert raw data into a structured format optimized for analysis.</a:t>
            </a:r>
          </a:p>
          <a:p>
            <a:pPr marL="742950" lvl="1" indent="-285750">
              <a:buFont typeface="Arial" panose="020B0604020202020204" pitchFamily="34" charset="0"/>
              <a:buChar char="•"/>
            </a:pPr>
            <a:r>
              <a:rPr lang="en-US" dirty="0"/>
              <a:t>Align data with the data warehouse schema (star or snowflake models).</a:t>
            </a:r>
          </a:p>
          <a:p>
            <a:pPr marL="457200" lvl="1" indent="0">
              <a:buNone/>
            </a:pPr>
            <a:endParaRPr lang="en-US" sz="1200" dirty="0"/>
          </a:p>
          <a:p>
            <a:pPr>
              <a:buFont typeface="Arial" panose="020B0604020202020204" pitchFamily="34" charset="0"/>
              <a:buChar char="•"/>
            </a:pPr>
            <a:r>
              <a:rPr lang="en-US" b="1" dirty="0"/>
              <a:t>Common Transformation Techniques</a:t>
            </a:r>
            <a:r>
              <a:rPr lang="en-US" dirty="0"/>
              <a:t>:</a:t>
            </a:r>
          </a:p>
          <a:p>
            <a:pPr marL="0" indent="0">
              <a:buNone/>
            </a:pPr>
            <a:endParaRPr lang="en-US" sz="800" dirty="0"/>
          </a:p>
          <a:p>
            <a:pPr marL="742950" lvl="1" indent="-285750">
              <a:buFont typeface="Arial" panose="020B0604020202020204" pitchFamily="34" charset="0"/>
              <a:buChar char="•"/>
            </a:pPr>
            <a:r>
              <a:rPr lang="en-US" b="1" dirty="0"/>
              <a:t>Aggregation</a:t>
            </a:r>
            <a:r>
              <a:rPr lang="en-US" dirty="0"/>
              <a:t>: Summarizing data (e.g., total sales per region).</a:t>
            </a:r>
          </a:p>
          <a:p>
            <a:pPr marL="742950" lvl="1" indent="-285750">
              <a:buFont typeface="Arial" panose="020B0604020202020204" pitchFamily="34" charset="0"/>
              <a:buChar char="•"/>
            </a:pPr>
            <a:r>
              <a:rPr lang="en-US" b="1" dirty="0"/>
              <a:t>Data Enrichment</a:t>
            </a:r>
            <a:r>
              <a:rPr lang="en-US" dirty="0"/>
              <a:t>: Adding external data to enhance context.</a:t>
            </a:r>
          </a:p>
          <a:p>
            <a:pPr marL="742950" lvl="1" indent="-285750">
              <a:buFont typeface="Arial" panose="020B0604020202020204" pitchFamily="34" charset="0"/>
              <a:buChar char="•"/>
            </a:pPr>
            <a:r>
              <a:rPr lang="en-US" b="1" dirty="0"/>
              <a:t>Data Splitting/Merging</a:t>
            </a:r>
            <a:r>
              <a:rPr lang="en-US" dirty="0"/>
              <a:t>: Adjusting granularity for analytics.</a:t>
            </a:r>
          </a:p>
          <a:p>
            <a:pPr marL="742950" lvl="1" indent="-285750">
              <a:buFont typeface="Arial" panose="020B0604020202020204" pitchFamily="34" charset="0"/>
              <a:buChar char="•"/>
            </a:pPr>
            <a:r>
              <a:rPr lang="en-US" b="1" dirty="0"/>
              <a:t>Encoding</a:t>
            </a:r>
            <a:r>
              <a:rPr lang="en-US" dirty="0"/>
              <a:t>: Converting data into standard formats (e.g., categorical to numerical).</a:t>
            </a:r>
          </a:p>
        </p:txBody>
      </p:sp>
      <p:sp>
        <p:nvSpPr>
          <p:cNvPr id="6" name="Title 1">
            <a:extLst>
              <a:ext uri="{FF2B5EF4-FFF2-40B4-BE49-F238E27FC236}">
                <a16:creationId xmlns:a16="http://schemas.microsoft.com/office/drawing/2014/main" id="{9E9EE4F5-BAC4-5F0F-6272-5DE55127E4EE}"/>
              </a:ext>
            </a:extLst>
          </p:cNvPr>
          <p:cNvSpPr txBox="1">
            <a:spLocks/>
          </p:cNvSpPr>
          <p:nvPr/>
        </p:nvSpPr>
        <p:spPr>
          <a:xfrm>
            <a:off x="664098" y="258269"/>
            <a:ext cx="11527902"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atin typeface="Söhne"/>
              </a:rPr>
              <a:t>Data Transformation in Data Warehouses </a:t>
            </a:r>
          </a:p>
        </p:txBody>
      </p:sp>
    </p:spTree>
    <p:extLst>
      <p:ext uri="{BB962C8B-B14F-4D97-AF65-F5344CB8AC3E}">
        <p14:creationId xmlns:p14="http://schemas.microsoft.com/office/powerpoint/2010/main" val="14179963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AC0A7-807D-12CC-A165-8E4CC714DE81}"/>
              </a:ext>
            </a:extLst>
          </p:cNvPr>
          <p:cNvSpPr>
            <a:spLocks noGrp="1"/>
          </p:cNvSpPr>
          <p:nvPr>
            <p:ph type="title"/>
          </p:nvPr>
        </p:nvSpPr>
        <p:spPr>
          <a:xfrm>
            <a:off x="838200" y="365125"/>
            <a:ext cx="10515600" cy="583999"/>
          </a:xfrm>
        </p:spPr>
        <p:txBody>
          <a:bodyPr>
            <a:normAutofit fontScale="90000"/>
          </a:bodyPr>
          <a:lstStyle/>
          <a:p>
            <a:pPr algn="ctr"/>
            <a:r>
              <a:rPr lang="en-PS" sz="3600" dirty="0"/>
              <a:t>End of the </a:t>
            </a:r>
            <a:r>
              <a:rPr lang="en-US" sz="3600" dirty="0"/>
              <a:t>Lecture # 3</a:t>
            </a:r>
            <a:r>
              <a:rPr lang="en-PS" sz="3600" dirty="0"/>
              <a:t> </a:t>
            </a:r>
          </a:p>
        </p:txBody>
      </p:sp>
      <p:sp>
        <p:nvSpPr>
          <p:cNvPr id="3" name="Content Placeholder 2">
            <a:extLst>
              <a:ext uri="{FF2B5EF4-FFF2-40B4-BE49-F238E27FC236}">
                <a16:creationId xmlns:a16="http://schemas.microsoft.com/office/drawing/2014/main" id="{E368E6D7-E71B-47F7-6237-1F32502DE1C6}"/>
              </a:ext>
            </a:extLst>
          </p:cNvPr>
          <p:cNvSpPr>
            <a:spLocks noGrp="1"/>
          </p:cNvSpPr>
          <p:nvPr>
            <p:ph idx="1"/>
          </p:nvPr>
        </p:nvSpPr>
        <p:spPr/>
        <p:txBody>
          <a:bodyPr>
            <a:normAutofit/>
          </a:bodyPr>
          <a:lstStyle/>
          <a:p>
            <a:pPr marL="0" indent="0">
              <a:buNone/>
            </a:pPr>
            <a:r>
              <a:rPr lang="en-PS" sz="6600" b="1" dirty="0"/>
              <a:t>Qustions ?? </a:t>
            </a:r>
            <a:r>
              <a:rPr lang="en-PS" sz="2000" dirty="0"/>
              <a:t>(5mins)</a:t>
            </a:r>
            <a:endParaRPr lang="en-PS" sz="6600" dirty="0"/>
          </a:p>
          <a:p>
            <a:pPr marL="0" indent="0">
              <a:buNone/>
            </a:pPr>
            <a:r>
              <a:rPr lang="en-PS" sz="6600" b="1" dirty="0"/>
              <a:t>Open disscuation .. </a:t>
            </a:r>
            <a:r>
              <a:rPr lang="en-PS" sz="2000" dirty="0"/>
              <a:t>(3mins)</a:t>
            </a:r>
            <a:endParaRPr lang="en-PS" sz="3600" dirty="0"/>
          </a:p>
          <a:p>
            <a:pPr marL="0" indent="0">
              <a:buNone/>
            </a:pPr>
            <a:endParaRPr lang="en-PS" sz="6600" b="1" dirty="0"/>
          </a:p>
        </p:txBody>
      </p:sp>
      <p:pic>
        <p:nvPicPr>
          <p:cNvPr id="1026" name="Picture 2" descr="Cloud computing Pixel Perfect Flat icon">
            <a:extLst>
              <a:ext uri="{FF2B5EF4-FFF2-40B4-BE49-F238E27FC236}">
                <a16:creationId xmlns:a16="http://schemas.microsoft.com/office/drawing/2014/main" id="{00F1ABD7-C5A6-F82D-562C-A31A4BCD809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01590" y="3196220"/>
            <a:ext cx="2849944" cy="28499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00689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2092</TotalTime>
  <Words>912</Words>
  <Application>Microsoft Macintosh PowerPoint</Application>
  <PresentationFormat>Widescreen</PresentationFormat>
  <Paragraphs>134</Paragraphs>
  <Slides>16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Arial Rounded MT Bold</vt:lpstr>
      <vt:lpstr>Calibri</vt:lpstr>
      <vt:lpstr>Calibri Light</vt:lpstr>
      <vt:lpstr>Franklin Gothic Medium</vt:lpstr>
      <vt:lpstr>Söhne</vt:lpstr>
      <vt:lpstr>Office Theme</vt:lpstr>
      <vt:lpstr>Data Warehouses </vt:lpstr>
      <vt:lpstr>Agenda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Real-Time Customer Personalization in E-Commerce </vt:lpstr>
      <vt:lpstr>PowerPoint Presentation</vt:lpstr>
      <vt:lpstr>PowerPoint Presentation</vt:lpstr>
      <vt:lpstr>PowerPoint Presentation</vt:lpstr>
      <vt:lpstr>PowerPoint Presentation</vt:lpstr>
      <vt:lpstr>PowerPoint Presentation</vt:lpstr>
      <vt:lpstr>End of the Lecture # 3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Warehouses </dc:title>
  <dc:creator>Microsoft Office User</dc:creator>
  <cp:lastModifiedBy>Microsoft Office User</cp:lastModifiedBy>
  <cp:revision>88</cp:revision>
  <dcterms:created xsi:type="dcterms:W3CDTF">2023-09-22T12:22:46Z</dcterms:created>
  <dcterms:modified xsi:type="dcterms:W3CDTF">2024-12-09T19:47:55Z</dcterms:modified>
</cp:coreProperties>
</file>